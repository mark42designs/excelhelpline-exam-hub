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7315200" cx="97536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6" roundtripDataSignature="AMtx7mhSnntXTM8Z/rf3yyp5Ca0a2sCl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12" Type="http://schemas.openxmlformats.org/officeDocument/2006/relationships/slide" Target="slides/slide7.xml"/><Relationship Id="rId56"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Welcome to our session on Python Fundamentals.</a:t>
            </a:r>
            <a:endParaRPr/>
          </a:p>
          <a:p>
            <a:pPr indent="0" lvl="0" marL="0" rtl="0" algn="l">
              <a:lnSpc>
                <a:spcPct val="100000"/>
              </a:lnSpc>
              <a:spcBef>
                <a:spcPts val="0"/>
              </a:spcBef>
              <a:spcAft>
                <a:spcPts val="0"/>
              </a:spcAft>
              <a:buSzPts val="1400"/>
              <a:buNone/>
            </a:pPr>
            <a:r>
              <a:rPr lang="en-US"/>
              <a:t>Today, we will explore one of the most popular programming languages in the world—Python.</a:t>
            </a:r>
            <a:endParaRPr/>
          </a:p>
          <a:p>
            <a:pPr indent="0" lvl="0" marL="0" rtl="0" algn="l">
              <a:lnSpc>
                <a:spcPct val="100000"/>
              </a:lnSpc>
              <a:spcBef>
                <a:spcPts val="0"/>
              </a:spcBef>
              <a:spcAft>
                <a:spcPts val="0"/>
              </a:spcAft>
              <a:buSzPts val="1400"/>
              <a:buNone/>
            </a:pPr>
            <a:r>
              <a:rPr lang="en-US"/>
              <a:t>Don't worry if you have no prior programming experience; Python is beginner-friendly and easy to grasp.</a:t>
            </a:r>
            <a:endParaRPr/>
          </a:p>
          <a:p>
            <a:pPr indent="0" lvl="0" marL="0" rtl="0" algn="l">
              <a:lnSpc>
                <a:spcPct val="100000"/>
              </a:lnSpc>
              <a:spcBef>
                <a:spcPts val="0"/>
              </a:spcBef>
              <a:spcAft>
                <a:spcPts val="0"/>
              </a:spcAft>
              <a:buSzPts val="1400"/>
              <a:buNone/>
            </a:pPr>
            <a:r>
              <a:rPr lang="en-US"/>
              <a:t>By the end of this discussion, you will have a foundational understanding of how to create programs using Python.</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00" name="Google Shape;100;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101" name="Google Shape;101;p2: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So, ano nga ba ang Python?</a:t>
            </a:r>
            <a:endParaRPr/>
          </a:p>
          <a:p>
            <a:pPr indent="0" lvl="0" marL="0" rtl="0" algn="l">
              <a:lnSpc>
                <a:spcPct val="100000"/>
              </a:lnSpc>
              <a:spcBef>
                <a:spcPts val="0"/>
              </a:spcBef>
              <a:spcAft>
                <a:spcPts val="0"/>
              </a:spcAft>
              <a:buSzPts val="1400"/>
              <a:buNone/>
            </a:pPr>
            <a:r>
              <a:rPr lang="en-US"/>
              <a:t>Ang Python ay isang high-level programming language.</a:t>
            </a:r>
            <a:endParaRPr/>
          </a:p>
          <a:p>
            <a:pPr indent="0" lvl="0" marL="0" rtl="0" algn="l">
              <a:lnSpc>
                <a:spcPct val="100000"/>
              </a:lnSpc>
              <a:spcBef>
                <a:spcPts val="0"/>
              </a:spcBef>
              <a:spcAft>
                <a:spcPts val="0"/>
              </a:spcAft>
              <a:buSzPts val="1400"/>
              <a:buNone/>
            </a:pPr>
            <a:r>
              <a:rPr lang="en-US"/>
              <a:t>Kapag sinabing high-level, ibig sabihin mas madali itong basahin at maintindihan ng tao kumpara sa machine language.</a:t>
            </a:r>
            <a:endParaRPr/>
          </a:p>
          <a:p>
            <a:pPr indent="0" lvl="0" marL="0" rtl="0" algn="l">
              <a:lnSpc>
                <a:spcPct val="100000"/>
              </a:lnSpc>
              <a:spcBef>
                <a:spcPts val="0"/>
              </a:spcBef>
              <a:spcAft>
                <a:spcPts val="0"/>
              </a:spcAft>
              <a:buSzPts val="1400"/>
              <a:buNone/>
            </a:pPr>
            <a:r>
              <a:rPr lang="en-US"/>
              <a:t>Isa sa mga dahilan kung bakit sikat ang Python ay dahil simple ang syntax nito.</a:t>
            </a:r>
            <a:endParaRPr/>
          </a:p>
          <a:p>
            <a:pPr indent="0" lvl="0" marL="0" rtl="0" algn="l">
              <a:lnSpc>
                <a:spcPct val="100000"/>
              </a:lnSpc>
              <a:spcBef>
                <a:spcPts val="0"/>
              </a:spcBef>
              <a:spcAft>
                <a:spcPts val="0"/>
              </a:spcAft>
              <a:buSzPts val="1400"/>
              <a:buNone/>
            </a:pPr>
            <a:r>
              <a:rPr lang="en-US"/>
              <a:t>Ginagamit ito sa iba't ibang fields gaya ng:</a:t>
            </a:r>
            <a:endParaRPr/>
          </a:p>
          <a:p>
            <a:pPr indent="0" lvl="0" marL="0" rtl="0" algn="l">
              <a:lnSpc>
                <a:spcPct val="100000"/>
              </a:lnSpc>
              <a:spcBef>
                <a:spcPts val="0"/>
              </a:spcBef>
              <a:spcAft>
                <a:spcPts val="0"/>
              </a:spcAft>
              <a:buSzPts val="1400"/>
              <a:buNone/>
            </a:pPr>
            <a:r>
              <a:rPr lang="en-US"/>
              <a:t>Web Development</a:t>
            </a:r>
            <a:endParaRPr/>
          </a:p>
          <a:p>
            <a:pPr indent="0" lvl="0" marL="0" rtl="0" algn="l">
              <a:lnSpc>
                <a:spcPct val="100000"/>
              </a:lnSpc>
              <a:spcBef>
                <a:spcPts val="0"/>
              </a:spcBef>
              <a:spcAft>
                <a:spcPts val="0"/>
              </a:spcAft>
              <a:buSzPts val="1400"/>
              <a:buNone/>
            </a:pPr>
            <a:r>
              <a:rPr lang="en-US"/>
              <a:t>Artificial Intelligence</a:t>
            </a:r>
            <a:endParaRPr/>
          </a:p>
          <a:p>
            <a:pPr indent="0" lvl="0" marL="0" rtl="0" algn="l">
              <a:lnSpc>
                <a:spcPct val="100000"/>
              </a:lnSpc>
              <a:spcBef>
                <a:spcPts val="0"/>
              </a:spcBef>
              <a:spcAft>
                <a:spcPts val="0"/>
              </a:spcAft>
              <a:buSzPts val="1400"/>
              <a:buNone/>
            </a:pPr>
            <a:r>
              <a:rPr lang="en-US"/>
              <a:t>Automation</a:t>
            </a:r>
            <a:endParaRPr/>
          </a:p>
          <a:p>
            <a:pPr indent="0" lvl="0" marL="0" rtl="0" algn="l">
              <a:lnSpc>
                <a:spcPct val="100000"/>
              </a:lnSpc>
              <a:spcBef>
                <a:spcPts val="0"/>
              </a:spcBef>
              <a:spcAft>
                <a:spcPts val="0"/>
              </a:spcAft>
              <a:buSzPts val="1400"/>
              <a:buNone/>
            </a:pPr>
            <a:r>
              <a:rPr lang="en-US"/>
              <a:t>Data Science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Kaya kung gusto ninyong pumasok sa tech industry, magandang language ang Python para simulan."</a:t>
            </a:r>
            <a:endParaRPr/>
          </a:p>
        </p:txBody>
      </p:sp>
      <p:sp>
        <p:nvSpPr>
          <p:cNvPr id="103" name="Google Shape;103;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04" name="Google Shape;104;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14" name="Google Shape;114;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115" name="Google Shape;115;p3: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"Ngayon, bakit Python ang dapat nating pag-aralan?</a:t>
            </a:r>
            <a:endParaRPr/>
          </a:p>
          <a:p>
            <a:pPr indent="0" lvl="0" marL="0" rtl="0" algn="l">
              <a:lnSpc>
                <a:spcPct val="100000"/>
              </a:lnSpc>
              <a:spcBef>
                <a:spcPts val="0"/>
              </a:spcBef>
              <a:spcAft>
                <a:spcPts val="0"/>
              </a:spcAft>
              <a:buSzPts val="1400"/>
              <a:buNone/>
            </a:pPr>
            <a:r>
              <a:rPr lang="en-US"/>
              <a:t>Una, simple at malinis ang syntax nito.</a:t>
            </a:r>
            <a:endParaRPr/>
          </a:p>
          <a:p>
            <a:pPr indent="0" lvl="0" marL="0" rtl="0" algn="l">
              <a:lnSpc>
                <a:spcPct val="100000"/>
              </a:lnSpc>
              <a:spcBef>
                <a:spcPts val="0"/>
              </a:spcBef>
              <a:spcAft>
                <a:spcPts val="0"/>
              </a:spcAft>
              <a:buSzPts val="1400"/>
              <a:buNone/>
            </a:pPr>
            <a:r>
              <a:rPr lang="en-US"/>
              <a:t>Pangalawa, napakalaki ng Python community kaya maraming tutorials at resources online.</a:t>
            </a:r>
            <a:endParaRPr/>
          </a:p>
          <a:p>
            <a:pPr indent="0" lvl="0" marL="0" rtl="0" algn="l">
              <a:lnSpc>
                <a:spcPct val="100000"/>
              </a:lnSpc>
              <a:spcBef>
                <a:spcPts val="0"/>
              </a:spcBef>
              <a:spcAft>
                <a:spcPts val="0"/>
              </a:spcAft>
              <a:buSzPts val="1400"/>
              <a:buNone/>
            </a:pPr>
            <a:r>
              <a:rPr lang="en-US"/>
              <a:t>Pangatlo, cross-platform ito, meaning pwede itong gamitin sa Windows, Linux, at Mac.</a:t>
            </a:r>
            <a:endParaRPr/>
          </a:p>
          <a:p>
            <a:pPr indent="0" lvl="0" marL="0" rtl="0" algn="l">
              <a:lnSpc>
                <a:spcPct val="100000"/>
              </a:lnSpc>
              <a:spcBef>
                <a:spcPts val="0"/>
              </a:spcBef>
              <a:spcAft>
                <a:spcPts val="0"/>
              </a:spcAft>
              <a:buSzPts val="1400"/>
              <a:buNone/>
            </a:pPr>
            <a:r>
              <a:rPr lang="en-US"/>
              <a:t>At higit sa lahat, napakaraming libraries na pwede nating gamitin para mapadali ang development."</a:t>
            </a:r>
            <a:endParaRPr/>
          </a:p>
        </p:txBody>
      </p:sp>
      <p:sp>
        <p:nvSpPr>
          <p:cNvPr id="117" name="Google Shape;117;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18" name="Google Shape;118;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28" name="Google Shape;128;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129" name="Google Shape;129;p4: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Pumunta lamang sa python.org at i-download ang latest version.</a:t>
            </a:r>
            <a:endParaRPr/>
          </a:p>
          <a:p>
            <a:pPr indent="0" lvl="0" marL="0" rtl="0" algn="l">
              <a:lnSpc>
                <a:spcPct val="100000"/>
              </a:lnSpc>
              <a:spcBef>
                <a:spcPts val="0"/>
              </a:spcBef>
              <a:spcAft>
                <a:spcPts val="0"/>
              </a:spcAft>
              <a:buSzPts val="1400"/>
              <a:buNone/>
            </a:pPr>
            <a:r>
              <a:rPr lang="en-US"/>
              <a:t>Habang nag-iinstall, siguraduhing naka-check ang option na:</a:t>
            </a:r>
            <a:endParaRPr/>
          </a:p>
          <a:p>
            <a:pPr indent="0" lvl="0" marL="0" rtl="0" algn="l">
              <a:lnSpc>
                <a:spcPct val="100000"/>
              </a:lnSpc>
              <a:spcBef>
                <a:spcPts val="0"/>
              </a:spcBef>
              <a:spcAft>
                <a:spcPts val="0"/>
              </a:spcAft>
              <a:buSzPts val="1400"/>
              <a:buNone/>
            </a:pPr>
            <a:r>
              <a:rPr lang="en-US"/>
              <a:t>'Add Python to PATH'</a:t>
            </a:r>
            <a:endParaRPr/>
          </a:p>
          <a:p>
            <a:pPr indent="0" lvl="0" marL="0" rtl="0" algn="l">
              <a:lnSpc>
                <a:spcPct val="100000"/>
              </a:lnSpc>
              <a:spcBef>
                <a:spcPts val="0"/>
              </a:spcBef>
              <a:spcAft>
                <a:spcPts val="0"/>
              </a:spcAft>
              <a:buSzPts val="1400"/>
              <a:buNone/>
            </a:pPr>
            <a:r>
              <a:rPr lang="en-US"/>
              <a:t>Pagkatapos ma-install, pwede nating i-verify gamit ang command:</a:t>
            </a:r>
            <a:endParaRPr/>
          </a:p>
          <a:p>
            <a:pPr indent="0" lvl="0" marL="0" rtl="0" algn="l">
              <a:lnSpc>
                <a:spcPct val="100000"/>
              </a:lnSpc>
              <a:spcBef>
                <a:spcPts val="0"/>
              </a:spcBef>
              <a:spcAft>
                <a:spcPts val="0"/>
              </a:spcAft>
              <a:buSzPts val="1400"/>
              <a:buNone/>
            </a:pPr>
            <a:r>
              <a:rPr lang="en-US"/>
              <a:t>python --version</a:t>
            </a:r>
            <a:endParaRPr/>
          </a:p>
          <a:p>
            <a:pPr indent="0" lvl="0" marL="0" rtl="0" algn="l">
              <a:lnSpc>
                <a:spcPct val="100000"/>
              </a:lnSpc>
              <a:spcBef>
                <a:spcPts val="0"/>
              </a:spcBef>
              <a:spcAft>
                <a:spcPts val="0"/>
              </a:spcAft>
              <a:buSzPts val="1400"/>
              <a:buNone/>
            </a:pPr>
            <a:r>
              <a:rPr lang="en-US"/>
              <a:t>Kapag lumabas ang version number, ibig sabihin successful ang installation.</a:t>
            </a:r>
            <a:endParaRPr/>
          </a:p>
        </p:txBody>
      </p:sp>
      <p:sp>
        <p:nvSpPr>
          <p:cNvPr id="131" name="Google Shape;131;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32" name="Google Shape;132;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42" name="Google Shape;142;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143" name="Google Shape;143;p5: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Isa sa pinakamagandang feature ng Python ay ang readability nito.</a:t>
            </a:r>
            <a:endParaRPr/>
          </a:p>
          <a:p>
            <a:pPr indent="0" lvl="0" marL="0" rtl="0" algn="l">
              <a:lnSpc>
                <a:spcPct val="100000"/>
              </a:lnSpc>
              <a:spcBef>
                <a:spcPts val="0"/>
              </a:spcBef>
              <a:spcAft>
                <a:spcPts val="0"/>
              </a:spcAft>
              <a:buSzPts val="1400"/>
              <a:buNone/>
            </a:pPr>
            <a:r>
              <a:rPr lang="en-US"/>
              <a:t>Madali itong basahin kahit para sa beginners.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Pero may isang importanteng bagay tayong dapat tandaan—Indentation.</a:t>
            </a:r>
            <a:endParaRPr/>
          </a:p>
          <a:p>
            <a:pPr indent="0" lvl="0" marL="0" rtl="0" algn="l">
              <a:lnSpc>
                <a:spcPct val="100000"/>
              </a:lnSpc>
              <a:spcBef>
                <a:spcPts val="0"/>
              </a:spcBef>
              <a:spcAft>
                <a:spcPts val="0"/>
              </a:spcAft>
              <a:buSzPts val="1400"/>
              <a:buNone/>
            </a:pPr>
            <a:r>
              <a:rPr lang="en-US"/>
              <a:t>Sa Python, ang spacing ay may meaning.</a:t>
            </a:r>
            <a:endParaRPr/>
          </a:p>
          <a:p>
            <a:pPr indent="0" lvl="0" marL="0" rtl="0" algn="l">
              <a:lnSpc>
                <a:spcPct val="100000"/>
              </a:lnSpc>
              <a:spcBef>
                <a:spcPts val="0"/>
              </a:spcBef>
              <a:spcAft>
                <a:spcPts val="0"/>
              </a:spcAft>
              <a:buSzPts val="1400"/>
              <a:buNone/>
            </a:pPr>
            <a:r>
              <a:rPr lang="en-US"/>
              <a:t>Kapag mali ang indentation, magkakaroon ng error ang program.</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Ginagamit din natin ang symbol na hashtag o pound sign (#) para gumawa ng comments."</a:t>
            </a:r>
            <a:endParaRPr/>
          </a:p>
        </p:txBody>
      </p:sp>
      <p:sp>
        <p:nvSpPr>
          <p:cNvPr id="145" name="Google Shape;145;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46" name="Google Shape;146;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57" name="Google Shape;157;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158" name="Google Shape;158;p6: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"Unang rule natin ay Indentation."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"Sa Python, napakahalaga ng tamang spacing o indentation."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"Hindi ito para lang maging maganda tingnan. Ginagamit ito ng Python para malaman kung aling code ang magkakasama."</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Example: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if age &gt;= 18:</a:t>
            </a:r>
            <a:endParaRPr/>
          </a:p>
          <a:p>
            <a:pPr indent="0" lvl="0" marL="0" rtl="0" algn="l">
              <a:lnSpc>
                <a:spcPct val="100000"/>
              </a:lnSpc>
              <a:spcBef>
                <a:spcPts val="0"/>
              </a:spcBef>
              <a:spcAft>
                <a:spcPts val="0"/>
              </a:spcAft>
              <a:buSzPts val="1400"/>
              <a:buNone/>
            </a:pPr>
            <a:r>
              <a:rPr lang="en-US"/>
              <a:t>    print("Adult")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"Mapapansin ninyo na may spaces bago ang print statement. Kapag tinanggal natin ang indentation, magkakaroon ng error ang program."</a:t>
            </a:r>
            <a:endParaRPr/>
          </a:p>
        </p:txBody>
      </p:sp>
      <p:sp>
        <p:nvSpPr>
          <p:cNvPr id="160" name="Google Shape;160;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61" name="Google Shape;161;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73" name="Google Shape;173;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174" name="Google Shape;174;p7: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"Pangalawang syntax rule ay Comments."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"Ginagamit ang hashtag symbol o # para gumawa ng comments."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Example: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 This is a comment</a:t>
            </a:r>
            <a:endParaRPr/>
          </a:p>
          <a:p>
            <a:pPr indent="0" lvl="0" marL="0" rtl="0" algn="l">
              <a:lnSpc>
                <a:spcPct val="100000"/>
              </a:lnSpc>
              <a:spcBef>
                <a:spcPts val="0"/>
              </a:spcBef>
              <a:spcAft>
                <a:spcPts val="0"/>
              </a:spcAft>
              <a:buSzPts val="1400"/>
              <a:buNone/>
            </a:pPr>
            <a:r>
              <a:rPr lang="en-US"/>
              <a:t>print("Hello World")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"Ang comments ay hindi pinapatakbo ng Python."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"Para lamang ito sa programmer para maglagay ng notes o explanations sa code."</a:t>
            </a:r>
            <a:endParaRPr/>
          </a:p>
        </p:txBody>
      </p:sp>
      <p:sp>
        <p:nvSpPr>
          <p:cNvPr id="176" name="Google Shape;176;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77" name="Google Shape;177;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89" name="Google Shape;189;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190" name="Google Shape;190;p8: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"Isa sa pinakamagandang feature ng Python ay madaling basahin ang code nito."</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"Hindi tulad ng ibang programming languages na maraming symbols at brackets, simple at malinis ang Python."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Example: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name = "Juan"</a:t>
            </a:r>
            <a:endParaRPr/>
          </a:p>
          <a:p>
            <a:pPr indent="0" lvl="0" marL="0" rtl="0" algn="l">
              <a:lnSpc>
                <a:spcPct val="100000"/>
              </a:lnSpc>
              <a:spcBef>
                <a:spcPts val="0"/>
              </a:spcBef>
              <a:spcAft>
                <a:spcPts val="0"/>
              </a:spcAft>
              <a:buSzPts val="1400"/>
              <a:buNone/>
            </a:pPr>
            <a:r>
              <a:rPr lang="en-US"/>
              <a:t>print(name)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"Kahit beginner pa lang, madali nang maintindihan kung ano ang ginagawa ng code."</a:t>
            </a:r>
            <a:endParaRPr/>
          </a:p>
        </p:txBody>
      </p:sp>
      <p:sp>
        <p:nvSpPr>
          <p:cNvPr id="192" name="Google Shape;192;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93" name="Google Shape;193;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04" name="Google Shape;204;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205" name="Google Shape;205;p9: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Ngayon naman, pag-usapan natin ang Variables and Data Types. Sa programming, ang variable ay parang lalagyan o container ng impormasyon na gusto nating i-store at gamitin sa ating program.</a:t>
            </a:r>
            <a:endParaRPr/>
          </a:p>
          <a:p>
            <a:pPr indent="0" lvl="0" marL="0" rtl="0" algn="l">
              <a:lnSpc>
                <a:spcPct val="100000"/>
              </a:lnSpc>
              <a:spcBef>
                <a:spcPts val="0"/>
              </a:spcBef>
              <a:spcAft>
                <a:spcPts val="0"/>
              </a:spcAft>
              <a:buSzPts val="1400"/>
              <a:buNone/>
            </a:pPr>
            <a:r>
              <a:rPr lang="en-US"/>
              <a:t>Ang variables ay parang lalagyan ng impormasyon.</a:t>
            </a:r>
            <a:endParaRPr/>
          </a:p>
          <a:p>
            <a:pPr indent="0" lvl="0" marL="0" rtl="0" algn="l">
              <a:lnSpc>
                <a:spcPct val="100000"/>
              </a:lnSpc>
              <a:spcBef>
                <a:spcPts val="0"/>
              </a:spcBef>
              <a:spcAft>
                <a:spcPts val="0"/>
              </a:spcAft>
              <a:buSzPts val="1400"/>
              <a:buNone/>
            </a:pPr>
            <a:r>
              <a:rPr lang="en-US"/>
              <a:t>Kung gusto nating i-store ang pangalan ng isang tao, pwede tayong gumawa ng variable.</a:t>
            </a:r>
            <a:endParaRPr/>
          </a:p>
          <a:p>
            <a:pPr indent="0" lvl="0" marL="0" rtl="0" algn="l">
              <a:lnSpc>
                <a:spcPct val="100000"/>
              </a:lnSpc>
              <a:spcBef>
                <a:spcPts val="0"/>
              </a:spcBef>
              <a:spcAft>
                <a:spcPts val="0"/>
              </a:spcAft>
              <a:buSzPts val="1400"/>
              <a:buNone/>
            </a:pPr>
            <a:r>
              <a:rPr lang="en-US"/>
              <a:t>Variable also an Identifier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May iba't ibang data types sa Python.</a:t>
            </a:r>
            <a:endParaRPr/>
          </a:p>
          <a:p>
            <a:pPr indent="0" lvl="0" marL="0" rtl="0" algn="l">
              <a:lnSpc>
                <a:spcPct val="100000"/>
              </a:lnSpc>
              <a:spcBef>
                <a:spcPts val="0"/>
              </a:spcBef>
              <a:spcAft>
                <a:spcPts val="0"/>
              </a:spcAft>
              <a:buSzPts val="1400"/>
              <a:buNone/>
            </a:pPr>
            <a:r>
              <a:rPr lang="en-US"/>
              <a:t>Data Type - </a:t>
            </a:r>
            <a:endParaRPr/>
          </a:p>
          <a:p>
            <a:pPr indent="0" lvl="0" marL="0" rtl="0" algn="l">
              <a:lnSpc>
                <a:spcPct val="100000"/>
              </a:lnSpc>
              <a:spcBef>
                <a:spcPts val="0"/>
              </a:spcBef>
              <a:spcAft>
                <a:spcPts val="0"/>
              </a:spcAft>
              <a:buSzPts val="1400"/>
              <a:buNone/>
            </a:pPr>
            <a:r>
              <a:rPr lang="en-US"/>
              <a:t>String para sa text.</a:t>
            </a:r>
            <a:endParaRPr/>
          </a:p>
          <a:p>
            <a:pPr indent="0" lvl="0" marL="0" rtl="0" algn="l">
              <a:lnSpc>
                <a:spcPct val="100000"/>
              </a:lnSpc>
              <a:spcBef>
                <a:spcPts val="0"/>
              </a:spcBef>
              <a:spcAft>
                <a:spcPts val="0"/>
              </a:spcAft>
              <a:buSzPts val="1400"/>
              <a:buNone/>
            </a:pPr>
            <a:r>
              <a:rPr lang="en-US"/>
              <a:t>Integer para sa whole numbers.</a:t>
            </a:r>
            <a:endParaRPr/>
          </a:p>
          <a:p>
            <a:pPr indent="0" lvl="0" marL="0" rtl="0" algn="l">
              <a:lnSpc>
                <a:spcPct val="100000"/>
              </a:lnSpc>
              <a:spcBef>
                <a:spcPts val="0"/>
              </a:spcBef>
              <a:spcAft>
                <a:spcPts val="0"/>
              </a:spcAft>
              <a:buSzPts val="1400"/>
              <a:buNone/>
            </a:pPr>
            <a:r>
              <a:rPr lang="en-US"/>
              <a:t>Float para sa decimal numbers.</a:t>
            </a:r>
            <a:endParaRPr/>
          </a:p>
          <a:p>
            <a:pPr indent="0" lvl="0" marL="0" rtl="0" algn="l">
              <a:lnSpc>
                <a:spcPct val="100000"/>
              </a:lnSpc>
              <a:spcBef>
                <a:spcPts val="0"/>
              </a:spcBef>
              <a:spcAft>
                <a:spcPts val="0"/>
              </a:spcAft>
              <a:buSzPts val="1400"/>
              <a:buNone/>
            </a:pPr>
            <a:r>
              <a:rPr lang="en-US"/>
              <a:t>Boolean para sa True or False values.</a:t>
            </a:r>
            <a:endParaRPr/>
          </a:p>
          <a:p>
            <a:pPr indent="0" lvl="0" marL="0" rtl="0" algn="l">
              <a:lnSpc>
                <a:spcPct val="100000"/>
              </a:lnSpc>
              <a:spcBef>
                <a:spcPts val="0"/>
              </a:spcBef>
              <a:spcAft>
                <a:spcPts val="0"/>
              </a:spcAft>
              <a:buSzPts val="1400"/>
              <a:buNone/>
            </a:pPr>
            <a:r>
              <a:rPr lang="en-US"/>
              <a:t>Meron ding Lists, Tuples, at Dictionaries para sa collections ng data."</a:t>
            </a:r>
            <a:endParaRPr/>
          </a:p>
          <a:p>
            <a:pPr indent="0" lvl="0" marL="0" rtl="0" algn="l">
              <a:lnSpc>
                <a:spcPct val="100000"/>
              </a:lnSpc>
              <a:spcBef>
                <a:spcPts val="0"/>
              </a:spcBef>
              <a:spcAft>
                <a:spcPts val="0"/>
              </a:spcAft>
              <a:buSzPts val="1400"/>
              <a:buNone/>
            </a:pPr>
            <a:r>
              <a:t/>
            </a:r>
            <a:endParaRPr/>
          </a:p>
        </p:txBody>
      </p:sp>
      <p:sp>
        <p:nvSpPr>
          <p:cNvPr id="207" name="Google Shape;207;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08" name="Google Shape;208;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17" name="Google Shape;217;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218" name="Google Shape;218;p10: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"Ang String ay ginagamit para sa text o mga salita."</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Example: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name = "Juan"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"Kapag pangalan, address, o anumang text ang ise-save natin, String ang ginagamit."</a:t>
            </a:r>
            <a:endParaRPr/>
          </a:p>
        </p:txBody>
      </p:sp>
      <p:sp>
        <p:nvSpPr>
          <p:cNvPr id="220" name="Google Shape;220;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21" name="Google Shape;221;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32" name="Google Shape;232;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233" name="Google Shape;233;p11: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"Ang variables ay parang lalagyan ng impormasyon.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Halimbawa:</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Kung gusto nating i-store ang pangalan ng isang tao, pwede tayong gumawa ng variable.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May iba't ibang data types sa Python.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String para sa text.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Integer para sa whole numbers.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Float para sa decimal numbers.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Boolean para sa True or False values.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Meron ding Lists, Tuples, at Dictionaries para sa collections ng data."</a:t>
            </a:r>
            <a:endParaRPr/>
          </a:p>
        </p:txBody>
      </p:sp>
      <p:sp>
        <p:nvSpPr>
          <p:cNvPr id="235" name="Google Shape;235;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36" name="Google Shape;236;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47" name="Google Shape;247;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248" name="Google Shape;248;p12: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"Ang Float ay para sa decimal numbers."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Example: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grade = 95.5</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"Ginagamit ito kapag may decimal values gaya ng grades, presyo, o measurements."</a:t>
            </a:r>
            <a:endParaRPr/>
          </a:p>
        </p:txBody>
      </p:sp>
      <p:sp>
        <p:nvSpPr>
          <p:cNvPr id="250" name="Google Shape;250;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51" name="Google Shape;251;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62" name="Google Shape;262;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263" name="Google Shape;263;p13: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"Ang Boolean ay may dalawang possible values lamang: True o False."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Example: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isStudent = True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"Ginagamit ito para sa mga yes/no o tama/mali na conditions."</a:t>
            </a:r>
            <a:endParaRPr/>
          </a:p>
        </p:txBody>
      </p:sp>
      <p:sp>
        <p:nvSpPr>
          <p:cNvPr id="265" name="Google Shape;265;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66" name="Google Shape;266;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77" name="Google Shape;277;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278" name="Google Shape;278;p14: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"Kapag marami na tayong data na gustong i-store, gumagamit tayo ng collections."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List → Collection of items</a:t>
            </a:r>
            <a:endParaRPr/>
          </a:p>
          <a:p>
            <a:pPr indent="0" lvl="0" marL="0" rtl="0" algn="l">
              <a:lnSpc>
                <a:spcPct val="100000"/>
              </a:lnSpc>
              <a:spcBef>
                <a:spcPts val="0"/>
              </a:spcBef>
              <a:spcAft>
                <a:spcPts val="0"/>
              </a:spcAft>
              <a:buSzPts val="1400"/>
              <a:buNone/>
            </a:pPr>
            <a:r>
              <a:rPr lang="en-US"/>
              <a:t>Tuple → Fixed collection na hindi basta nababago</a:t>
            </a:r>
            <a:endParaRPr/>
          </a:p>
          <a:p>
            <a:pPr indent="0" lvl="0" marL="0" rtl="0" algn="l">
              <a:lnSpc>
                <a:spcPct val="100000"/>
              </a:lnSpc>
              <a:spcBef>
                <a:spcPts val="0"/>
              </a:spcBef>
              <a:spcAft>
                <a:spcPts val="0"/>
              </a:spcAft>
              <a:buSzPts val="1400"/>
              <a:buNone/>
            </a:pPr>
            <a:r>
              <a:rPr lang="en-US"/>
              <a:t>Dictionary → Data na may key at value</a:t>
            </a:r>
            <a:endParaRPr/>
          </a:p>
        </p:txBody>
      </p:sp>
      <p:sp>
        <p:nvSpPr>
          <p:cNvPr id="280" name="Google Shape;280;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81" name="Google Shape;281;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92" name="Google Shape;292;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293" name="Google Shape;293;p15: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96" name="Google Shape;296;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03" name="Google Shape;303;p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304" name="Google Shape;304;p16: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"Ngayon naman, pag-usapan natin ang Input and Output sa Python."</a:t>
            </a:r>
            <a:endParaRPr/>
          </a:p>
          <a:p>
            <a:pPr indent="0" lvl="0" marL="0" rtl="0" algn="l">
              <a:lnSpc>
                <a:spcPct val="100000"/>
              </a:lnSpc>
              <a:spcBef>
                <a:spcPts val="0"/>
              </a:spcBef>
              <a:spcAft>
                <a:spcPts val="0"/>
              </a:spcAft>
              <a:buSzPts val="1400"/>
              <a:buNone/>
            </a:pPr>
            <a:r>
              <a:rPr lang="en-US"/>
              <a:t>"Kapag gumagawa tayo ng program, kailangan nating makipag-communicate sa user. Dito pumapasok ang Input at Output.“</a:t>
            </a:r>
            <a:endParaRPr/>
          </a:p>
          <a:p>
            <a:pPr indent="0" lvl="0" marL="0" rtl="0" algn="l">
              <a:lnSpc>
                <a:spcPct val="100000"/>
              </a:lnSpc>
              <a:spcBef>
                <a:spcPts val="0"/>
              </a:spcBef>
              <a:spcAft>
                <a:spcPts val="0"/>
              </a:spcAft>
              <a:buSzPts val="1400"/>
              <a:buNone/>
            </a:pPr>
            <a:r>
              <a:rPr lang="en-US"/>
              <a:t>"Para makipag-communicate ang program sa user, gumagamit tayo ng Input at Output.</a:t>
            </a:r>
            <a:endParaRPr/>
          </a:p>
          <a:p>
            <a:pPr indent="0" lvl="0" marL="0" rtl="0" algn="l">
              <a:lnSpc>
                <a:spcPct val="100000"/>
              </a:lnSpc>
              <a:spcBef>
                <a:spcPts val="0"/>
              </a:spcBef>
              <a:spcAft>
                <a:spcPts val="0"/>
              </a:spcAft>
              <a:buSzPts val="1400"/>
              <a:buNone/>
            </a:pPr>
            <a:r>
              <a:rPr lang="en-US"/>
              <a:t>Output means pagpapakita ng impormasyon sa screen gamit ang print().</a:t>
            </a:r>
            <a:endParaRPr/>
          </a:p>
          <a:p>
            <a:pPr indent="0" lvl="0" marL="0" rtl="0" algn="l">
              <a:lnSpc>
                <a:spcPct val="100000"/>
              </a:lnSpc>
              <a:spcBef>
                <a:spcPts val="0"/>
              </a:spcBef>
              <a:spcAft>
                <a:spcPts val="0"/>
              </a:spcAft>
              <a:buSzPts val="1400"/>
              <a:buNone/>
            </a:pPr>
            <a:r>
              <a:rPr lang="en-US"/>
              <a:t>Input naman ay pagkuha ng impormasyon mula sa user gamit ang input().</a:t>
            </a:r>
            <a:endParaRPr/>
          </a:p>
          <a:p>
            <a:pPr indent="0" lvl="0" marL="0" rtl="0" algn="l">
              <a:lnSpc>
                <a:spcPct val="100000"/>
              </a:lnSpc>
              <a:spcBef>
                <a:spcPts val="0"/>
              </a:spcBef>
              <a:spcAft>
                <a:spcPts val="0"/>
              </a:spcAft>
              <a:buSzPts val="1400"/>
              <a:buNone/>
            </a:pPr>
            <a:r>
              <a:rPr lang="en-US"/>
              <a:t>Halimbawa, pwede tayong magtanong ng pangalan at pagkatapos ay i-display ito sa screen."</a:t>
            </a:r>
            <a:endParaRPr/>
          </a:p>
          <a:p>
            <a:pPr indent="0" lvl="0" marL="0" rtl="0" algn="l">
              <a:lnSpc>
                <a:spcPct val="100000"/>
              </a:lnSpc>
              <a:spcBef>
                <a:spcPts val="0"/>
              </a:spcBef>
              <a:spcAft>
                <a:spcPts val="0"/>
              </a:spcAft>
              <a:buSzPts val="1400"/>
              <a:buNone/>
            </a:pPr>
            <a:r>
              <a:t/>
            </a:r>
            <a:endParaRPr/>
          </a:p>
        </p:txBody>
      </p:sp>
      <p:sp>
        <p:nvSpPr>
          <p:cNvPr id="306" name="Google Shape;306;p1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07" name="Google Shape;307;p1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16" name="Google Shape;316;p1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317" name="Google Shape;317;p1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"Para makipag-communicate ang program sa user, gumagamit tayo ng Input at Output.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Output means pagpapakita ng impormasyon sa screen gamit ang print().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Input naman ay pagkuha ng impormasyon mula sa user gamit ang input().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Halimbawa, pwede tayong magtanong ng pangalan at pagkatapos ay i-display ito sa screen."</a:t>
            </a:r>
            <a:endParaRPr/>
          </a:p>
        </p:txBody>
      </p:sp>
      <p:sp>
        <p:nvSpPr>
          <p:cNvPr id="319" name="Google Shape;319;p1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20" name="Google Shape;320;p1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30" name="Google Shape;330;p1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331" name="Google Shape;331;p18: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1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"Ang Output ay impormasyon na ipinapakita ng program sa user."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"Sa Python, ginagamit natin ang print() function para mag-display ng output."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Example: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print("Hello World")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"Kapag ni-run natin ito, lalabas sa screen ang message na 'Hello World'."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Sample DATA TYPES</a:t>
            </a:r>
            <a:endParaRPr/>
          </a:p>
        </p:txBody>
      </p:sp>
      <p:sp>
        <p:nvSpPr>
          <p:cNvPr id="333" name="Google Shape;333;p1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34" name="Google Shape;334;p1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45" name="Google Shape;345;p1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346" name="Google Shape;346;p19: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1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8" name="Google Shape;348;p1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49" name="Google Shape;349;p1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59" name="Google Shape;359;p2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360" name="Google Shape;360;p20: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p2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2" name="Google Shape;362;p2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63" name="Google Shape;363;p2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73" name="Google Shape;373;p2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374" name="Google Shape;374;p21: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2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2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77" name="Google Shape;377;p2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87" name="Google Shape;387;p2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388" name="Google Shape;388;p22: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2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Description:</a:t>
            </a:r>
            <a:endParaRPr/>
          </a:p>
          <a:p>
            <a:pPr indent="0" lvl="0" marL="0" rtl="0" algn="l">
              <a:lnSpc>
                <a:spcPct val="100000"/>
              </a:lnSpc>
              <a:spcBef>
                <a:spcPts val="0"/>
              </a:spcBef>
              <a:spcAft>
                <a:spcPts val="0"/>
              </a:spcAft>
              <a:buSzPts val="1400"/>
              <a:buNone/>
            </a:pPr>
            <a:r>
              <a:rPr lang="en-US"/>
              <a:t>Ginagamit para sa mga salita, pangalan, address, o anumang text.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Example:</a:t>
            </a:r>
            <a:endParaRPr/>
          </a:p>
          <a:p>
            <a:pPr indent="0" lvl="0" marL="0" rtl="0" algn="l">
              <a:lnSpc>
                <a:spcPct val="100000"/>
              </a:lnSpc>
              <a:spcBef>
                <a:spcPts val="0"/>
              </a:spcBef>
              <a:spcAft>
                <a:spcPts val="0"/>
              </a:spcAft>
              <a:buSzPts val="1400"/>
              <a:buNone/>
            </a:pPr>
            <a:r>
              <a:rPr lang="en-US"/>
              <a:t>name = input("Enter your name: ")</a:t>
            </a:r>
            <a:endParaRPr/>
          </a:p>
          <a:p>
            <a:pPr indent="0" lvl="0" marL="0" rtl="0" algn="l">
              <a:lnSpc>
                <a:spcPct val="100000"/>
              </a:lnSpc>
              <a:spcBef>
                <a:spcPts val="0"/>
              </a:spcBef>
              <a:spcAft>
                <a:spcPts val="0"/>
              </a:spcAft>
              <a:buSzPts val="1400"/>
              <a:buNone/>
            </a:pPr>
            <a:r>
              <a:rPr lang="en-US"/>
              <a:t>Sample Input:</a:t>
            </a:r>
            <a:endParaRPr/>
          </a:p>
          <a:p>
            <a:pPr indent="0" lvl="0" marL="0" rtl="0" algn="l">
              <a:lnSpc>
                <a:spcPct val="100000"/>
              </a:lnSpc>
              <a:spcBef>
                <a:spcPts val="0"/>
              </a:spcBef>
              <a:spcAft>
                <a:spcPts val="0"/>
              </a:spcAft>
              <a:buSzPts val="1400"/>
              <a:buNone/>
            </a:pPr>
            <a:r>
              <a:rPr lang="en-US"/>
              <a:t>Juan Dela Cruz</a:t>
            </a:r>
            <a:endParaRPr/>
          </a:p>
          <a:p>
            <a:pPr indent="0" lvl="0" marL="0" rtl="0" algn="l">
              <a:lnSpc>
                <a:spcPct val="100000"/>
              </a:lnSpc>
              <a:spcBef>
                <a:spcPts val="0"/>
              </a:spcBef>
              <a:spcAft>
                <a:spcPts val="0"/>
              </a:spcAft>
              <a:buSzPts val="1400"/>
              <a:buNone/>
            </a:pPr>
            <a:r>
              <a:rPr lang="en-US"/>
              <a:t>Explanation: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"Dito, hinihingi ng program ang pangalan ng user. Dahil text ang pangalan, String data type ang ginagamit natin."</a:t>
            </a:r>
            <a:endParaRPr/>
          </a:p>
        </p:txBody>
      </p:sp>
      <p:sp>
        <p:nvSpPr>
          <p:cNvPr id="390" name="Google Shape;390;p2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91" name="Google Shape;391;p2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01" name="Google Shape;401;p2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02" name="Google Shape;402;p23: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2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"Kapag gumagamit tayo ng input() function, humihingi tayo ng impormasyon mula sa user. Ang impormasyong ito ay maaaring iba't ibang uri ng data o tinatawag nating Data Types."</a:t>
            </a:r>
            <a:endParaRPr/>
          </a:p>
        </p:txBody>
      </p:sp>
      <p:sp>
        <p:nvSpPr>
          <p:cNvPr id="404" name="Google Shape;404;p2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05" name="Google Shape;405;p2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16" name="Google Shape;416;p2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17" name="Google Shape;417;p24: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2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Description:</a:t>
            </a:r>
            <a:endParaRPr/>
          </a:p>
          <a:p>
            <a:pPr indent="0" lvl="0" marL="0" rtl="0" algn="l">
              <a:lnSpc>
                <a:spcPct val="100000"/>
              </a:lnSpc>
              <a:spcBef>
                <a:spcPts val="0"/>
              </a:spcBef>
              <a:spcAft>
                <a:spcPts val="0"/>
              </a:spcAft>
              <a:buSzPts val="1400"/>
              <a:buNone/>
            </a:pPr>
            <a:r>
              <a:rPr lang="en-US"/>
              <a:t>Ginagamit para sa mga salita, pangalan, address, o anumang text.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Example:</a:t>
            </a:r>
            <a:endParaRPr/>
          </a:p>
          <a:p>
            <a:pPr indent="0" lvl="0" marL="0" rtl="0" algn="l">
              <a:lnSpc>
                <a:spcPct val="100000"/>
              </a:lnSpc>
              <a:spcBef>
                <a:spcPts val="0"/>
              </a:spcBef>
              <a:spcAft>
                <a:spcPts val="0"/>
              </a:spcAft>
              <a:buSzPts val="1400"/>
              <a:buNone/>
            </a:pPr>
            <a:r>
              <a:rPr lang="en-US"/>
              <a:t>name = input("Enter your name: ")</a:t>
            </a:r>
            <a:endParaRPr/>
          </a:p>
          <a:p>
            <a:pPr indent="0" lvl="0" marL="0" rtl="0" algn="l">
              <a:lnSpc>
                <a:spcPct val="100000"/>
              </a:lnSpc>
              <a:spcBef>
                <a:spcPts val="0"/>
              </a:spcBef>
              <a:spcAft>
                <a:spcPts val="0"/>
              </a:spcAft>
              <a:buSzPts val="1400"/>
              <a:buNone/>
            </a:pPr>
            <a:r>
              <a:rPr lang="en-US"/>
              <a:t>Sample Input:</a:t>
            </a:r>
            <a:endParaRPr/>
          </a:p>
          <a:p>
            <a:pPr indent="0" lvl="0" marL="0" rtl="0" algn="l">
              <a:lnSpc>
                <a:spcPct val="100000"/>
              </a:lnSpc>
              <a:spcBef>
                <a:spcPts val="0"/>
              </a:spcBef>
              <a:spcAft>
                <a:spcPts val="0"/>
              </a:spcAft>
              <a:buSzPts val="1400"/>
              <a:buNone/>
            </a:pPr>
            <a:r>
              <a:rPr lang="en-US"/>
              <a:t>Juan Dela Cruz</a:t>
            </a:r>
            <a:endParaRPr/>
          </a:p>
          <a:p>
            <a:pPr indent="0" lvl="0" marL="0" rtl="0" algn="l">
              <a:lnSpc>
                <a:spcPct val="100000"/>
              </a:lnSpc>
              <a:spcBef>
                <a:spcPts val="0"/>
              </a:spcBef>
              <a:spcAft>
                <a:spcPts val="0"/>
              </a:spcAft>
              <a:buSzPts val="1400"/>
              <a:buNone/>
            </a:pPr>
            <a:r>
              <a:rPr lang="en-US"/>
              <a:t>Explanation: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"Dito, hinihingi ng program ang pangalan ng user. Dahil text ang pangalan, String data type ang ginagamit natin."</a:t>
            </a:r>
            <a:endParaRPr/>
          </a:p>
        </p:txBody>
      </p:sp>
      <p:sp>
        <p:nvSpPr>
          <p:cNvPr id="419" name="Google Shape;419;p2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20" name="Google Shape;420;p2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31" name="Google Shape;431;p2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32" name="Google Shape;432;p25: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2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Description:</a:t>
            </a:r>
            <a:endParaRPr/>
          </a:p>
          <a:p>
            <a:pPr indent="0" lvl="0" marL="0" rtl="0" algn="l">
              <a:lnSpc>
                <a:spcPct val="100000"/>
              </a:lnSpc>
              <a:spcBef>
                <a:spcPts val="0"/>
              </a:spcBef>
              <a:spcAft>
                <a:spcPts val="0"/>
              </a:spcAft>
              <a:buSzPts val="1400"/>
              <a:buNone/>
            </a:pPr>
            <a:r>
              <a:rPr lang="en-US"/>
              <a:t>Ginagamit para sa mga buong numero na walang decimal.</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Example:</a:t>
            </a:r>
            <a:endParaRPr/>
          </a:p>
          <a:p>
            <a:pPr indent="0" lvl="0" marL="0" rtl="0" algn="l">
              <a:lnSpc>
                <a:spcPct val="100000"/>
              </a:lnSpc>
              <a:spcBef>
                <a:spcPts val="0"/>
              </a:spcBef>
              <a:spcAft>
                <a:spcPts val="0"/>
              </a:spcAft>
              <a:buSzPts val="1400"/>
              <a:buNone/>
            </a:pPr>
            <a:r>
              <a:rPr lang="en-US"/>
              <a:t>age = int(input("Enter your age: "))</a:t>
            </a:r>
            <a:endParaRPr/>
          </a:p>
          <a:p>
            <a:pPr indent="0" lvl="0" marL="0" rtl="0" algn="l">
              <a:lnSpc>
                <a:spcPct val="100000"/>
              </a:lnSpc>
              <a:spcBef>
                <a:spcPts val="0"/>
              </a:spcBef>
              <a:spcAft>
                <a:spcPts val="0"/>
              </a:spcAft>
              <a:buSzPts val="1400"/>
              <a:buNone/>
            </a:pPr>
            <a:r>
              <a:rPr lang="en-US"/>
              <a:t>Sample Input:</a:t>
            </a:r>
            <a:endParaRPr/>
          </a:p>
          <a:p>
            <a:pPr indent="0" lvl="0" marL="0" rtl="0" algn="l">
              <a:lnSpc>
                <a:spcPct val="100000"/>
              </a:lnSpc>
              <a:spcBef>
                <a:spcPts val="0"/>
              </a:spcBef>
              <a:spcAft>
                <a:spcPts val="0"/>
              </a:spcAft>
              <a:buSzPts val="1400"/>
              <a:buNone/>
            </a:pPr>
            <a:r>
              <a:rPr lang="en-US"/>
              <a:t>20</a:t>
            </a:r>
            <a:endParaRPr/>
          </a:p>
          <a:p>
            <a:pPr indent="0" lvl="0" marL="0" rtl="0" algn="l">
              <a:lnSpc>
                <a:spcPct val="100000"/>
              </a:lnSpc>
              <a:spcBef>
                <a:spcPts val="0"/>
              </a:spcBef>
              <a:spcAft>
                <a:spcPts val="0"/>
              </a:spcAft>
              <a:buSzPts val="1400"/>
              <a:buNone/>
            </a:pPr>
            <a:r>
              <a:rPr lang="en-US"/>
              <a:t>Explanation: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"Ang edad ay karaniwang whole number lamang, kaya Integer ang ginagamit natin. Mapapansin ninyo na nilagyan natin ng int() para ma-convert ang input bilang Integer."</a:t>
            </a:r>
            <a:endParaRPr/>
          </a:p>
        </p:txBody>
      </p:sp>
      <p:sp>
        <p:nvSpPr>
          <p:cNvPr id="434" name="Google Shape;434;p2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35" name="Google Shape;435;p2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2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47" name="Google Shape;447;p2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48" name="Google Shape;448;p26: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p2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Description:</a:t>
            </a:r>
            <a:endParaRPr/>
          </a:p>
          <a:p>
            <a:pPr indent="0" lvl="0" marL="0" rtl="0" algn="l">
              <a:lnSpc>
                <a:spcPct val="100000"/>
              </a:lnSpc>
              <a:spcBef>
                <a:spcPts val="0"/>
              </a:spcBef>
              <a:spcAft>
                <a:spcPts val="0"/>
              </a:spcAft>
              <a:buSzPts val="1400"/>
              <a:buNone/>
            </a:pPr>
            <a:r>
              <a:rPr lang="en-US"/>
              <a:t>Ginagamit para sa mga numerong may decimal.</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Example:</a:t>
            </a:r>
            <a:endParaRPr/>
          </a:p>
          <a:p>
            <a:pPr indent="0" lvl="0" marL="0" rtl="0" algn="l">
              <a:lnSpc>
                <a:spcPct val="100000"/>
              </a:lnSpc>
              <a:spcBef>
                <a:spcPts val="0"/>
              </a:spcBef>
              <a:spcAft>
                <a:spcPts val="0"/>
              </a:spcAft>
              <a:buSzPts val="1400"/>
              <a:buNone/>
            </a:pPr>
            <a:r>
              <a:rPr lang="en-US"/>
              <a:t>grade = float(input("Enter your grade: "))</a:t>
            </a:r>
            <a:endParaRPr/>
          </a:p>
          <a:p>
            <a:pPr indent="0" lvl="0" marL="0" rtl="0" algn="l">
              <a:lnSpc>
                <a:spcPct val="100000"/>
              </a:lnSpc>
              <a:spcBef>
                <a:spcPts val="0"/>
              </a:spcBef>
              <a:spcAft>
                <a:spcPts val="0"/>
              </a:spcAft>
              <a:buSzPts val="1400"/>
              <a:buNone/>
            </a:pPr>
            <a:r>
              <a:rPr lang="en-US"/>
              <a:t>Sample Input:</a:t>
            </a:r>
            <a:endParaRPr/>
          </a:p>
          <a:p>
            <a:pPr indent="0" lvl="0" marL="0" rtl="0" algn="l">
              <a:lnSpc>
                <a:spcPct val="100000"/>
              </a:lnSpc>
              <a:spcBef>
                <a:spcPts val="0"/>
              </a:spcBef>
              <a:spcAft>
                <a:spcPts val="0"/>
              </a:spcAft>
              <a:buSzPts val="1400"/>
              <a:buNone/>
            </a:pPr>
            <a:r>
              <a:rPr lang="en-US"/>
              <a:t>95.5</a:t>
            </a:r>
            <a:endParaRPr/>
          </a:p>
          <a:p>
            <a:pPr indent="0" lvl="0" marL="0" rtl="0" algn="l">
              <a:lnSpc>
                <a:spcPct val="100000"/>
              </a:lnSpc>
              <a:spcBef>
                <a:spcPts val="0"/>
              </a:spcBef>
              <a:spcAft>
                <a:spcPts val="0"/>
              </a:spcAft>
              <a:buSzPts val="1400"/>
              <a:buNone/>
            </a:pPr>
            <a:r>
              <a:rPr lang="en-US"/>
              <a:t>Explanation: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"Kapag may decimal ang number gaya ng grades, timbang, o presyo, Float data type ang ginagamit natin."</a:t>
            </a:r>
            <a:endParaRPr/>
          </a:p>
        </p:txBody>
      </p:sp>
      <p:sp>
        <p:nvSpPr>
          <p:cNvPr id="450" name="Google Shape;450;p2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51" name="Google Shape;451;p2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62" name="Google Shape;462;p2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63" name="Google Shape;463;p27: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p2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Ginagamit para sa mga yes/no o true/false na sitwasyon.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Example:</a:t>
            </a:r>
            <a:endParaRPr/>
          </a:p>
          <a:p>
            <a:pPr indent="0" lvl="0" marL="0" rtl="0" algn="l">
              <a:lnSpc>
                <a:spcPct val="100000"/>
              </a:lnSpc>
              <a:spcBef>
                <a:spcPts val="0"/>
              </a:spcBef>
              <a:spcAft>
                <a:spcPts val="0"/>
              </a:spcAft>
              <a:buSzPts val="1400"/>
              <a:buNone/>
            </a:pPr>
            <a:r>
              <a:rPr lang="en-US"/>
              <a:t>isStudent = input("Are you a student? (True/False): ")</a:t>
            </a:r>
            <a:endParaRPr/>
          </a:p>
          <a:p>
            <a:pPr indent="0" lvl="0" marL="0" rtl="0" algn="l">
              <a:lnSpc>
                <a:spcPct val="100000"/>
              </a:lnSpc>
              <a:spcBef>
                <a:spcPts val="0"/>
              </a:spcBef>
              <a:spcAft>
                <a:spcPts val="0"/>
              </a:spcAft>
              <a:buSzPts val="1400"/>
              <a:buNone/>
            </a:pPr>
            <a:r>
              <a:rPr lang="en-US"/>
              <a:t>Sample Input:</a:t>
            </a:r>
            <a:endParaRPr/>
          </a:p>
          <a:p>
            <a:pPr indent="0" lvl="0" marL="0" rtl="0" algn="l">
              <a:lnSpc>
                <a:spcPct val="100000"/>
              </a:lnSpc>
              <a:spcBef>
                <a:spcPts val="0"/>
              </a:spcBef>
              <a:spcAft>
                <a:spcPts val="0"/>
              </a:spcAft>
              <a:buSzPts val="1400"/>
              <a:buNone/>
            </a:pPr>
            <a:r>
              <a:rPr lang="en-US"/>
              <a:t>True</a:t>
            </a:r>
            <a:endParaRPr/>
          </a:p>
          <a:p>
            <a:pPr indent="0" lvl="0" marL="0" rtl="0" algn="l">
              <a:lnSpc>
                <a:spcPct val="100000"/>
              </a:lnSpc>
              <a:spcBef>
                <a:spcPts val="0"/>
              </a:spcBef>
              <a:spcAft>
                <a:spcPts val="0"/>
              </a:spcAft>
              <a:buSzPts val="1400"/>
              <a:buNone/>
            </a:pPr>
            <a:r>
              <a:rPr lang="en-US"/>
              <a:t>Explanation: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"Ang Boolean ay may dalawang values lamang: True o False. Madalas itong ginagamit sa decision-making ng program."</a:t>
            </a:r>
            <a:endParaRPr/>
          </a:p>
        </p:txBody>
      </p:sp>
      <p:sp>
        <p:nvSpPr>
          <p:cNvPr id="465" name="Google Shape;465;p2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66" name="Google Shape;466;p2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2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77" name="Google Shape;477;p2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78" name="Google Shape;478;p28: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2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Example:</a:t>
            </a:r>
            <a:endParaRPr/>
          </a:p>
          <a:p>
            <a:pPr indent="0" lvl="0" marL="0" rtl="0" algn="l">
              <a:lnSpc>
                <a:spcPct val="100000"/>
              </a:lnSpc>
              <a:spcBef>
                <a:spcPts val="0"/>
              </a:spcBef>
              <a:spcAft>
                <a:spcPts val="0"/>
              </a:spcAft>
              <a:buSzPts val="1400"/>
              <a:buNone/>
            </a:pPr>
            <a:r>
              <a:rPr lang="en-US"/>
              <a:t>name = input("Enter your name: ")</a:t>
            </a:r>
            <a:endParaRPr/>
          </a:p>
          <a:p>
            <a:pPr indent="0" lvl="0" marL="0" rtl="0" algn="l">
              <a:lnSpc>
                <a:spcPct val="100000"/>
              </a:lnSpc>
              <a:spcBef>
                <a:spcPts val="0"/>
              </a:spcBef>
              <a:spcAft>
                <a:spcPts val="0"/>
              </a:spcAft>
              <a:buSzPts val="1400"/>
              <a:buNone/>
            </a:pPr>
            <a:r>
              <a:rPr lang="en-US"/>
              <a:t>age = int(input("Enter your age: "))</a:t>
            </a:r>
            <a:endParaRPr/>
          </a:p>
          <a:p>
            <a:pPr indent="0" lvl="0" marL="0" rtl="0" algn="l">
              <a:lnSpc>
                <a:spcPct val="100000"/>
              </a:lnSpc>
              <a:spcBef>
                <a:spcPts val="0"/>
              </a:spcBef>
              <a:spcAft>
                <a:spcPts val="0"/>
              </a:spcAft>
              <a:buSzPts val="1400"/>
              <a:buNone/>
            </a:pPr>
            <a:r>
              <a:rPr lang="en-US"/>
              <a:t>height = float(input("Enter your height: "))</a:t>
            </a:r>
            <a:endParaRPr/>
          </a:p>
          <a:p>
            <a:pPr indent="0" lvl="0" marL="0" rtl="0" algn="l">
              <a:lnSpc>
                <a:spcPct val="100000"/>
              </a:lnSpc>
              <a:spcBef>
                <a:spcPts val="0"/>
              </a:spcBef>
              <a:spcAft>
                <a:spcPts val="0"/>
              </a:spcAft>
              <a:buSzPts val="1400"/>
              <a:buNone/>
            </a:pPr>
            <a:r>
              <a:rPr lang="en-US"/>
              <a:t>Sample Input:</a:t>
            </a:r>
            <a:endParaRPr/>
          </a:p>
          <a:p>
            <a:pPr indent="0" lvl="0" marL="0" rtl="0" algn="l">
              <a:lnSpc>
                <a:spcPct val="100000"/>
              </a:lnSpc>
              <a:spcBef>
                <a:spcPts val="0"/>
              </a:spcBef>
              <a:spcAft>
                <a:spcPts val="0"/>
              </a:spcAft>
              <a:buSzPts val="1400"/>
              <a:buNone/>
            </a:pPr>
            <a:r>
              <a:rPr lang="en-US"/>
              <a:t>Name: Juan</a:t>
            </a:r>
            <a:endParaRPr/>
          </a:p>
          <a:p>
            <a:pPr indent="0" lvl="0" marL="0" rtl="0" algn="l">
              <a:lnSpc>
                <a:spcPct val="100000"/>
              </a:lnSpc>
              <a:spcBef>
                <a:spcPts val="0"/>
              </a:spcBef>
              <a:spcAft>
                <a:spcPts val="0"/>
              </a:spcAft>
              <a:buSzPts val="1400"/>
              <a:buNone/>
            </a:pPr>
            <a:r>
              <a:rPr lang="en-US"/>
              <a:t>Age: 20</a:t>
            </a:r>
            <a:endParaRPr/>
          </a:p>
          <a:p>
            <a:pPr indent="0" lvl="0" marL="0" rtl="0" algn="l">
              <a:lnSpc>
                <a:spcPct val="100000"/>
              </a:lnSpc>
              <a:spcBef>
                <a:spcPts val="0"/>
              </a:spcBef>
              <a:spcAft>
                <a:spcPts val="0"/>
              </a:spcAft>
              <a:buSzPts val="1400"/>
              <a:buNone/>
            </a:pPr>
            <a:r>
              <a:rPr lang="en-US"/>
              <a:t>Height: 1.75</a:t>
            </a:r>
            <a:endParaRPr/>
          </a:p>
          <a:p>
            <a:pPr indent="0" lvl="0" marL="0" rtl="0" algn="l">
              <a:lnSpc>
                <a:spcPct val="100000"/>
              </a:lnSpc>
              <a:spcBef>
                <a:spcPts val="0"/>
              </a:spcBef>
              <a:spcAft>
                <a:spcPts val="0"/>
              </a:spcAft>
              <a:buSzPts val="1400"/>
              <a:buNone/>
            </a:pPr>
            <a:r>
              <a:rPr lang="en-US"/>
              <a:t>Explanation: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"Sa isang program, pwede tayong kumuha ng iba't ibang uri ng impormasyon mula sa user. Ang pangalan ay String, ang edad ay Integer, at ang height ay Float."</a:t>
            </a:r>
            <a:endParaRPr/>
          </a:p>
        </p:txBody>
      </p:sp>
      <p:sp>
        <p:nvSpPr>
          <p:cNvPr id="480" name="Google Shape;480;p2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81" name="Google Shape;481;p2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2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91" name="Google Shape;491;p2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492" name="Google Shape;492;p29: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3" name="Google Shape;493;p2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4" name="Google Shape;494;p2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495" name="Google Shape;495;p2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3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505" name="Google Shape;505;p3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506" name="Google Shape;506;p30: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p3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8" name="Google Shape;508;p3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509" name="Google Shape;509;p3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3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519" name="Google Shape;519;p3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520" name="Google Shape;520;p31: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3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"Operators are used to perform operations.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May iba't ibang uri ng operators.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Arithmetic Operators para sa calculations.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Comparison Operators para sa comparisons.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Logical Operators para sa multiple conditions.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At Assignment Operators para mag-assign ng values sa variables.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Para silang tools na ginagamit natin para gumawa ng logic sa ating program."</a:t>
            </a:r>
            <a:endParaRPr/>
          </a:p>
        </p:txBody>
      </p:sp>
      <p:sp>
        <p:nvSpPr>
          <p:cNvPr id="522" name="Google Shape;522;p3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523" name="Google Shape;523;p3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3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536" name="Google Shape;536;p3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537" name="Google Shape;537;p32: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p3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Ang Operators ay mga symbols na ginagamit para magsagawa ng iba't ibang operations sa ating program."</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Examples: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10 + 5</a:t>
            </a:r>
            <a:endParaRPr/>
          </a:p>
          <a:p>
            <a:pPr indent="0" lvl="0" marL="0" rtl="0" algn="l">
              <a:lnSpc>
                <a:spcPct val="100000"/>
              </a:lnSpc>
              <a:spcBef>
                <a:spcPts val="0"/>
              </a:spcBef>
              <a:spcAft>
                <a:spcPts val="0"/>
              </a:spcAft>
              <a:buSzPts val="1400"/>
              <a:buNone/>
            </a:pPr>
            <a:r>
              <a:rPr lang="en-US"/>
              <a:t>10 &gt; 5</a:t>
            </a:r>
            <a:endParaRPr/>
          </a:p>
          <a:p>
            <a:pPr indent="0" lvl="0" marL="0" rtl="0" algn="l">
              <a:lnSpc>
                <a:spcPct val="100000"/>
              </a:lnSpc>
              <a:spcBef>
                <a:spcPts val="0"/>
              </a:spcBef>
              <a:spcAft>
                <a:spcPts val="0"/>
              </a:spcAft>
              <a:buSzPts val="1400"/>
              <a:buNone/>
            </a:pPr>
            <a:r>
              <a:rPr lang="en-US"/>
              <a:t>age &gt;= 18</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"Parang calculator ang Operators, pero mas powerful dahil pwede rin silang gamitin sa decision-making."</a:t>
            </a:r>
            <a:endParaRPr/>
          </a:p>
        </p:txBody>
      </p:sp>
      <p:sp>
        <p:nvSpPr>
          <p:cNvPr id="539" name="Google Shape;539;p3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540" name="Google Shape;540;p3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3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551" name="Google Shape;551;p3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552" name="Google Shape;552;p33: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3" name="Google Shape;553;p3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"Arithmetic Operators ang ginagamit para sa mathematical calculations."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Examples</a:t>
            </a:r>
            <a:endParaRPr/>
          </a:p>
          <a:p>
            <a:pPr indent="0" lvl="0" marL="0" rtl="0" algn="l">
              <a:lnSpc>
                <a:spcPct val="100000"/>
              </a:lnSpc>
              <a:spcBef>
                <a:spcPts val="0"/>
              </a:spcBef>
              <a:spcAft>
                <a:spcPts val="0"/>
              </a:spcAft>
              <a:buSzPts val="1400"/>
              <a:buNone/>
            </a:pPr>
            <a:r>
              <a:rPr lang="en-US"/>
              <a:t>print(10 + 5)</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Output: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15</a:t>
            </a:r>
            <a:endParaRPr/>
          </a:p>
          <a:p>
            <a:pPr indent="0" lvl="0" marL="0" rtl="0" algn="l">
              <a:lnSpc>
                <a:spcPct val="100000"/>
              </a:lnSpc>
              <a:spcBef>
                <a:spcPts val="0"/>
              </a:spcBef>
              <a:spcAft>
                <a:spcPts val="0"/>
              </a:spcAft>
              <a:buSzPts val="1400"/>
              <a:buNone/>
            </a:pPr>
            <a:r>
              <a:rPr lang="en-US"/>
              <a:t>print(10 - 5)</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Output: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5</a:t>
            </a:r>
            <a:endParaRPr/>
          </a:p>
          <a:p>
            <a:pPr indent="0" lvl="0" marL="0" rtl="0" algn="l">
              <a:lnSpc>
                <a:spcPct val="100000"/>
              </a:lnSpc>
              <a:spcBef>
                <a:spcPts val="0"/>
              </a:spcBef>
              <a:spcAft>
                <a:spcPts val="0"/>
              </a:spcAft>
              <a:buSzPts val="1400"/>
              <a:buNone/>
            </a:pPr>
            <a:r>
              <a:rPr lang="en-US"/>
              <a:t>print(10 * 5)</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Output: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50</a:t>
            </a:r>
            <a:endParaRPr/>
          </a:p>
          <a:p>
            <a:pPr indent="0" lvl="0" marL="0" rtl="0" algn="l">
              <a:lnSpc>
                <a:spcPct val="100000"/>
              </a:lnSpc>
              <a:spcBef>
                <a:spcPts val="0"/>
              </a:spcBef>
              <a:spcAft>
                <a:spcPts val="0"/>
              </a:spcAft>
              <a:buSzPts val="1400"/>
              <a:buNone/>
            </a:pPr>
            <a:r>
              <a:rPr lang="en-US"/>
              <a:t>print(10 / 5)</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Output: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2.0</a:t>
            </a:r>
            <a:endParaRPr/>
          </a:p>
        </p:txBody>
      </p:sp>
      <p:sp>
        <p:nvSpPr>
          <p:cNvPr id="554" name="Google Shape;554;p3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555" name="Google Shape;555;p3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3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566" name="Google Shape;566;p3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567" name="Google Shape;567;p34: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p3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Explanation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"Comparison Operators naman ang ginagamit para magkumpara ng dalawang values."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Examples</a:t>
            </a:r>
            <a:endParaRPr/>
          </a:p>
          <a:p>
            <a:pPr indent="0" lvl="0" marL="0" rtl="0" algn="l">
              <a:lnSpc>
                <a:spcPct val="100000"/>
              </a:lnSpc>
              <a:spcBef>
                <a:spcPts val="0"/>
              </a:spcBef>
              <a:spcAft>
                <a:spcPts val="0"/>
              </a:spcAft>
              <a:buSzPts val="1400"/>
              <a:buNone/>
            </a:pPr>
            <a:r>
              <a:rPr lang="en-US"/>
              <a:t>print(10 &gt; 5)</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Output: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True</a:t>
            </a:r>
            <a:endParaRPr/>
          </a:p>
          <a:p>
            <a:pPr indent="0" lvl="0" marL="0" rtl="0" algn="l">
              <a:lnSpc>
                <a:spcPct val="100000"/>
              </a:lnSpc>
              <a:spcBef>
                <a:spcPts val="0"/>
              </a:spcBef>
              <a:spcAft>
                <a:spcPts val="0"/>
              </a:spcAft>
              <a:buSzPts val="1400"/>
              <a:buNone/>
            </a:pPr>
            <a:r>
              <a:rPr lang="en-US"/>
              <a:t>print(10 &lt; 5)</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Output: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False</a:t>
            </a:r>
            <a:endParaRPr/>
          </a:p>
          <a:p>
            <a:pPr indent="0" lvl="0" marL="0" rtl="0" algn="l">
              <a:lnSpc>
                <a:spcPct val="100000"/>
              </a:lnSpc>
              <a:spcBef>
                <a:spcPts val="0"/>
              </a:spcBef>
              <a:spcAft>
                <a:spcPts val="0"/>
              </a:spcAft>
              <a:buSzPts val="1400"/>
              <a:buNone/>
            </a:pPr>
            <a:r>
              <a:rPr lang="en-US"/>
              <a:t>print(10 == 10)</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Output: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True</a:t>
            </a:r>
            <a:endParaRPr/>
          </a:p>
          <a:p>
            <a:pPr indent="0" lvl="0" marL="0" rtl="0" algn="l">
              <a:lnSpc>
                <a:spcPct val="100000"/>
              </a:lnSpc>
              <a:spcBef>
                <a:spcPts val="0"/>
              </a:spcBef>
              <a:spcAft>
                <a:spcPts val="0"/>
              </a:spcAft>
              <a:buSzPts val="1400"/>
              <a:buNone/>
            </a:pPr>
            <a:r>
              <a:rPr lang="en-US"/>
              <a:t>Real-Life Example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"Kapag chine-check natin kung sapat ba ang edad ng isang tao para mag-register, gumagamit tayo ng Comparison Operators."</a:t>
            </a:r>
            <a:endParaRPr/>
          </a:p>
        </p:txBody>
      </p:sp>
      <p:sp>
        <p:nvSpPr>
          <p:cNvPr id="569" name="Google Shape;569;p3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570" name="Google Shape;570;p3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3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582" name="Google Shape;582;p3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583" name="Google Shape;583;p35: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p3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Explanation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"Logical Operators ang ginagamit kapag marami tayong conditions na gustong i-check."</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AND Example</a:t>
            </a:r>
            <a:endParaRPr/>
          </a:p>
          <a:p>
            <a:pPr indent="0" lvl="0" marL="0" rtl="0" algn="l">
              <a:lnSpc>
                <a:spcPct val="100000"/>
              </a:lnSpc>
              <a:spcBef>
                <a:spcPts val="0"/>
              </a:spcBef>
              <a:spcAft>
                <a:spcPts val="0"/>
              </a:spcAft>
              <a:buSzPts val="1400"/>
              <a:buNone/>
            </a:pPr>
            <a:r>
              <a:rPr lang="en-US"/>
              <a:t>age = 20</a:t>
            </a:r>
            <a:endParaRPr/>
          </a:p>
          <a:p>
            <a:pPr indent="0" lvl="0" marL="0" rtl="0" algn="l">
              <a:lnSpc>
                <a:spcPct val="100000"/>
              </a:lnSpc>
              <a:spcBef>
                <a:spcPts val="0"/>
              </a:spcBef>
              <a:spcAft>
                <a:spcPts val="0"/>
              </a:spcAft>
              <a:buSzPts val="1400"/>
              <a:buNone/>
            </a:pPr>
            <a:r>
              <a:rPr lang="en-US"/>
              <a:t>student = True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print(age &gt;= 18 and student)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Output: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True</a:t>
            </a:r>
            <a:endParaRPr/>
          </a:p>
          <a:p>
            <a:pPr indent="0" lvl="0" marL="0" rtl="0" algn="l">
              <a:lnSpc>
                <a:spcPct val="100000"/>
              </a:lnSpc>
              <a:spcBef>
                <a:spcPts val="0"/>
              </a:spcBef>
              <a:spcAft>
                <a:spcPts val="0"/>
              </a:spcAft>
              <a:buSzPts val="1400"/>
              <a:buNone/>
            </a:pPr>
            <a:r>
              <a:rPr lang="en-US"/>
              <a:t>OR Example</a:t>
            </a:r>
            <a:endParaRPr/>
          </a:p>
          <a:p>
            <a:pPr indent="0" lvl="0" marL="0" rtl="0" algn="l">
              <a:lnSpc>
                <a:spcPct val="100000"/>
              </a:lnSpc>
              <a:spcBef>
                <a:spcPts val="0"/>
              </a:spcBef>
              <a:spcAft>
                <a:spcPts val="0"/>
              </a:spcAft>
              <a:buSzPts val="1400"/>
              <a:buNone/>
            </a:pPr>
            <a:r>
              <a:rPr lang="en-US"/>
              <a:t>print(True or False)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Output: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True</a:t>
            </a:r>
            <a:endParaRPr/>
          </a:p>
          <a:p>
            <a:pPr indent="0" lvl="0" marL="0" rtl="0" algn="l">
              <a:lnSpc>
                <a:spcPct val="100000"/>
              </a:lnSpc>
              <a:spcBef>
                <a:spcPts val="0"/>
              </a:spcBef>
              <a:spcAft>
                <a:spcPts val="0"/>
              </a:spcAft>
              <a:buSzPts val="1400"/>
              <a:buNone/>
            </a:pPr>
            <a:r>
              <a:rPr lang="en-US"/>
              <a:t>NOT Example</a:t>
            </a:r>
            <a:endParaRPr/>
          </a:p>
          <a:p>
            <a:pPr indent="0" lvl="0" marL="0" rtl="0" algn="l">
              <a:lnSpc>
                <a:spcPct val="100000"/>
              </a:lnSpc>
              <a:spcBef>
                <a:spcPts val="0"/>
              </a:spcBef>
              <a:spcAft>
                <a:spcPts val="0"/>
              </a:spcAft>
              <a:buSzPts val="1400"/>
              <a:buNone/>
            </a:pPr>
            <a:r>
              <a:rPr lang="en-US"/>
              <a:t>print(not True)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Output: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False</a:t>
            </a:r>
            <a:endParaRPr/>
          </a:p>
          <a:p>
            <a:pPr indent="0" lvl="0" marL="0" rtl="0" algn="l">
              <a:lnSpc>
                <a:spcPct val="100000"/>
              </a:lnSpc>
              <a:spcBef>
                <a:spcPts val="0"/>
              </a:spcBef>
              <a:spcAft>
                <a:spcPts val="0"/>
              </a:spcAft>
              <a:buSzPts val="1400"/>
              <a:buNone/>
            </a:pPr>
            <a:r>
              <a:rPr lang="en-US"/>
              <a:t>Real-Life Example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"Kapag kailangan mong i-check kung may username at password ang user bago mag-login, Logical Operators ang ginagamit."</a:t>
            </a:r>
            <a:endParaRPr/>
          </a:p>
        </p:txBody>
      </p:sp>
      <p:sp>
        <p:nvSpPr>
          <p:cNvPr id="585" name="Google Shape;585;p3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586" name="Google Shape;586;p3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3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599" name="Google Shape;599;p3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600" name="Google Shape;600;p36: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1" name="Google Shape;601;p3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Explanation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"Assignment Operators ang ginagamit para maglagay ng value sa variable."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Example</a:t>
            </a:r>
            <a:endParaRPr/>
          </a:p>
          <a:p>
            <a:pPr indent="0" lvl="0" marL="0" rtl="0" algn="l">
              <a:lnSpc>
                <a:spcPct val="100000"/>
              </a:lnSpc>
              <a:spcBef>
                <a:spcPts val="0"/>
              </a:spcBef>
              <a:spcAft>
                <a:spcPts val="0"/>
              </a:spcAft>
              <a:buSzPts val="1400"/>
              <a:buNone/>
            </a:pPr>
            <a:r>
              <a:rPr lang="en-US"/>
              <a:t>name = "Juan"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"Ang value na Juan ay inilalagay sa variable na name."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score = 95</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"Ngayon ang score variable ay may laman na 95."</a:t>
            </a:r>
            <a:endParaRPr/>
          </a:p>
        </p:txBody>
      </p:sp>
      <p:sp>
        <p:nvSpPr>
          <p:cNvPr id="602" name="Google Shape;602;p3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03" name="Google Shape;603;p3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3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15" name="Google Shape;615;p3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616" name="Google Shape;616;p37: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7" name="Google Shape;617;p3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Explanation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"Conditional Statements ang nagbibigay sa program ng kakayahang gumawa ng decisions."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Real-Life Example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"Kapag umuulan, magdadala ako ng payong."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"Kapag hindi umuulan, hindi ako magdadala ng payong."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"Ganito rin ang ginagawa ng Python gamit ang if, elif, at else."</a:t>
            </a:r>
            <a:endParaRPr/>
          </a:p>
        </p:txBody>
      </p:sp>
      <p:sp>
        <p:nvSpPr>
          <p:cNvPr id="618" name="Google Shape;618;p3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19" name="Google Shape;619;p3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3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29" name="Google Shape;629;p3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630" name="Google Shape;630;p38: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1" name="Google Shape;631;p3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Ang IF statement ay tumatakbo lamang kapag totoo ang condition."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Example</a:t>
            </a:r>
            <a:endParaRPr/>
          </a:p>
          <a:p>
            <a:pPr indent="0" lvl="0" marL="0" rtl="0" algn="l">
              <a:lnSpc>
                <a:spcPct val="100000"/>
              </a:lnSpc>
              <a:spcBef>
                <a:spcPts val="0"/>
              </a:spcBef>
              <a:spcAft>
                <a:spcPts val="0"/>
              </a:spcAft>
              <a:buSzPts val="1400"/>
              <a:buNone/>
            </a:pPr>
            <a:r>
              <a:rPr lang="en-US"/>
              <a:t>age = 20</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if age &gt;= 18:</a:t>
            </a:r>
            <a:endParaRPr/>
          </a:p>
          <a:p>
            <a:pPr indent="0" lvl="0" marL="0" rtl="0" algn="l">
              <a:lnSpc>
                <a:spcPct val="100000"/>
              </a:lnSpc>
              <a:spcBef>
                <a:spcPts val="0"/>
              </a:spcBef>
              <a:spcAft>
                <a:spcPts val="0"/>
              </a:spcAft>
              <a:buSzPts val="1400"/>
              <a:buNone/>
            </a:pPr>
            <a:r>
              <a:rPr lang="en-US"/>
              <a:t>    print("Adult")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Output: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Adult</a:t>
            </a:r>
            <a:endParaRPr/>
          </a:p>
          <a:p>
            <a:pPr indent="0" lvl="0" marL="0" rtl="0" algn="l">
              <a:lnSpc>
                <a:spcPct val="100000"/>
              </a:lnSpc>
              <a:spcBef>
                <a:spcPts val="0"/>
              </a:spcBef>
              <a:spcAft>
                <a:spcPts val="0"/>
              </a:spcAft>
              <a:buSzPts val="1400"/>
              <a:buNone/>
            </a:pPr>
            <a:r>
              <a:rPr lang="en-US"/>
              <a:t>Explanation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"Dahil ang age ay 20, natupad ang condition kaya lumabas ang Adult."</a:t>
            </a:r>
            <a:endParaRPr/>
          </a:p>
        </p:txBody>
      </p:sp>
      <p:sp>
        <p:nvSpPr>
          <p:cNvPr id="632" name="Google Shape;632;p3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33" name="Google Shape;633;p3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3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43" name="Google Shape;643;p3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644" name="Google Shape;644;p39: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 name="Google Shape;645;p3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"Kapag hindi natupad ang IF condition, pupunta ang program sa ELSE block."</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Example</a:t>
            </a:r>
            <a:endParaRPr/>
          </a:p>
          <a:p>
            <a:pPr indent="0" lvl="0" marL="0" rtl="0" algn="l">
              <a:lnSpc>
                <a:spcPct val="100000"/>
              </a:lnSpc>
              <a:spcBef>
                <a:spcPts val="0"/>
              </a:spcBef>
              <a:spcAft>
                <a:spcPts val="0"/>
              </a:spcAft>
              <a:buSzPts val="1400"/>
              <a:buNone/>
            </a:pPr>
            <a:r>
              <a:rPr lang="en-US"/>
              <a:t>age = 15</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if age &gt;= 18:</a:t>
            </a:r>
            <a:endParaRPr/>
          </a:p>
          <a:p>
            <a:pPr indent="0" lvl="0" marL="0" rtl="0" algn="l">
              <a:lnSpc>
                <a:spcPct val="100000"/>
              </a:lnSpc>
              <a:spcBef>
                <a:spcPts val="0"/>
              </a:spcBef>
              <a:spcAft>
                <a:spcPts val="0"/>
              </a:spcAft>
              <a:buSzPts val="1400"/>
              <a:buNone/>
            </a:pPr>
            <a:r>
              <a:rPr lang="en-US"/>
              <a:t>    print("Adult")</a:t>
            </a:r>
            <a:endParaRPr/>
          </a:p>
          <a:p>
            <a:pPr indent="0" lvl="0" marL="0" rtl="0" algn="l">
              <a:lnSpc>
                <a:spcPct val="100000"/>
              </a:lnSpc>
              <a:spcBef>
                <a:spcPts val="0"/>
              </a:spcBef>
              <a:spcAft>
                <a:spcPts val="0"/>
              </a:spcAft>
              <a:buSzPts val="1400"/>
              <a:buNone/>
            </a:pPr>
            <a:r>
              <a:rPr lang="en-US"/>
              <a:t>else:</a:t>
            </a:r>
            <a:endParaRPr/>
          </a:p>
          <a:p>
            <a:pPr indent="0" lvl="0" marL="0" rtl="0" algn="l">
              <a:lnSpc>
                <a:spcPct val="100000"/>
              </a:lnSpc>
              <a:spcBef>
                <a:spcPts val="0"/>
              </a:spcBef>
              <a:spcAft>
                <a:spcPts val="0"/>
              </a:spcAft>
              <a:buSzPts val="1400"/>
              <a:buNone/>
            </a:pPr>
            <a:r>
              <a:rPr lang="en-US"/>
              <a:t>    print("Minor")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Output: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Minor</a:t>
            </a:r>
            <a:endParaRPr/>
          </a:p>
          <a:p>
            <a:pPr indent="0" lvl="0" marL="0" rtl="0" algn="l">
              <a:lnSpc>
                <a:spcPct val="100000"/>
              </a:lnSpc>
              <a:spcBef>
                <a:spcPts val="0"/>
              </a:spcBef>
              <a:spcAft>
                <a:spcPts val="0"/>
              </a:spcAft>
              <a:buSzPts val="1400"/>
              <a:buNone/>
            </a:pPr>
            <a:r>
              <a:rPr lang="en-US"/>
              <a:t>Explanation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"Dahil mas mababa sa 18 ang edad, hindi natupad ang IF condition kaya ELSE ang tumakbo."</a:t>
            </a:r>
            <a:endParaRPr/>
          </a:p>
        </p:txBody>
      </p:sp>
      <p:sp>
        <p:nvSpPr>
          <p:cNvPr id="646" name="Google Shape;646;p3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47" name="Google Shape;647;p3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4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57" name="Google Shape;657;p4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658" name="Google Shape;658;p40: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9" name="Google Shape;659;p4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 Slide 10: IF-ELIF-ELSE Statement</a:t>
            </a:r>
            <a:endParaRPr/>
          </a:p>
          <a:p>
            <a:pPr indent="0" lvl="0" marL="0" rtl="0" algn="l">
              <a:lnSpc>
                <a:spcPct val="100000"/>
              </a:lnSpc>
              <a:spcBef>
                <a:spcPts val="0"/>
              </a:spcBef>
              <a:spcAft>
                <a:spcPts val="0"/>
              </a:spcAft>
              <a:buSzPts val="1400"/>
              <a:buNone/>
            </a:pPr>
            <a:r>
              <a:rPr lang="en-US"/>
              <a:t>Explanation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"Ginagamit ang ELIF kapag marami tayong conditions na gustong i-check."</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Example</a:t>
            </a:r>
            <a:endParaRPr/>
          </a:p>
          <a:p>
            <a:pPr indent="0" lvl="0" marL="0" rtl="0" algn="l">
              <a:lnSpc>
                <a:spcPct val="100000"/>
              </a:lnSpc>
              <a:spcBef>
                <a:spcPts val="0"/>
              </a:spcBef>
              <a:spcAft>
                <a:spcPts val="0"/>
              </a:spcAft>
              <a:buSzPts val="1400"/>
              <a:buNone/>
            </a:pPr>
            <a:r>
              <a:rPr lang="en-US"/>
              <a:t>score = 85</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if score &gt;= 90:</a:t>
            </a:r>
            <a:endParaRPr/>
          </a:p>
          <a:p>
            <a:pPr indent="0" lvl="0" marL="0" rtl="0" algn="l">
              <a:lnSpc>
                <a:spcPct val="100000"/>
              </a:lnSpc>
              <a:spcBef>
                <a:spcPts val="0"/>
              </a:spcBef>
              <a:spcAft>
                <a:spcPts val="0"/>
              </a:spcAft>
              <a:buSzPts val="1400"/>
              <a:buNone/>
            </a:pPr>
            <a:r>
              <a:rPr lang="en-US"/>
              <a:t>    print("Excellent")</a:t>
            </a:r>
            <a:endParaRPr/>
          </a:p>
          <a:p>
            <a:pPr indent="0" lvl="0" marL="0" rtl="0" algn="l">
              <a:lnSpc>
                <a:spcPct val="100000"/>
              </a:lnSpc>
              <a:spcBef>
                <a:spcPts val="0"/>
              </a:spcBef>
              <a:spcAft>
                <a:spcPts val="0"/>
              </a:spcAft>
              <a:buSzPts val="1400"/>
              <a:buNone/>
            </a:pPr>
            <a:r>
              <a:rPr lang="en-US"/>
              <a:t>elif score &gt;= 75:</a:t>
            </a:r>
            <a:endParaRPr/>
          </a:p>
          <a:p>
            <a:pPr indent="0" lvl="0" marL="0" rtl="0" algn="l">
              <a:lnSpc>
                <a:spcPct val="100000"/>
              </a:lnSpc>
              <a:spcBef>
                <a:spcPts val="0"/>
              </a:spcBef>
              <a:spcAft>
                <a:spcPts val="0"/>
              </a:spcAft>
              <a:buSzPts val="1400"/>
              <a:buNone/>
            </a:pPr>
            <a:r>
              <a:rPr lang="en-US"/>
              <a:t>    print("Passed")</a:t>
            </a:r>
            <a:endParaRPr/>
          </a:p>
          <a:p>
            <a:pPr indent="0" lvl="0" marL="0" rtl="0" algn="l">
              <a:lnSpc>
                <a:spcPct val="100000"/>
              </a:lnSpc>
              <a:spcBef>
                <a:spcPts val="0"/>
              </a:spcBef>
              <a:spcAft>
                <a:spcPts val="0"/>
              </a:spcAft>
              <a:buSzPts val="1400"/>
              <a:buNone/>
            </a:pPr>
            <a:r>
              <a:rPr lang="en-US"/>
              <a:t>else:</a:t>
            </a:r>
            <a:endParaRPr/>
          </a:p>
          <a:p>
            <a:pPr indent="0" lvl="0" marL="0" rtl="0" algn="l">
              <a:lnSpc>
                <a:spcPct val="100000"/>
              </a:lnSpc>
              <a:spcBef>
                <a:spcPts val="0"/>
              </a:spcBef>
              <a:spcAft>
                <a:spcPts val="0"/>
              </a:spcAft>
              <a:buSzPts val="1400"/>
              <a:buNone/>
            </a:pPr>
            <a:r>
              <a:rPr lang="en-US"/>
              <a:t>    print("Failed")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Output: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Passed</a:t>
            </a:r>
            <a:endParaRPr/>
          </a:p>
          <a:p>
            <a:pPr indent="0" lvl="0" marL="0" rtl="0" algn="l">
              <a:lnSpc>
                <a:spcPct val="100000"/>
              </a:lnSpc>
              <a:spcBef>
                <a:spcPts val="0"/>
              </a:spcBef>
              <a:spcAft>
                <a:spcPts val="0"/>
              </a:spcAft>
              <a:buSzPts val="1400"/>
              <a:buNone/>
            </a:pPr>
            <a:r>
              <a:rPr lang="en-US"/>
              <a:t>Explanation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"Hindi umabot sa 90 ang score kaya hindi pumasok sa Excellent."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"Pero pasok siya sa condition na 75 pataas kaya lumabas ang Passed."</a:t>
            </a:r>
            <a:endParaRPr/>
          </a:p>
        </p:txBody>
      </p:sp>
      <p:sp>
        <p:nvSpPr>
          <p:cNvPr id="660" name="Google Shape;660;p4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61" name="Google Shape;661;p4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4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71" name="Google Shape;671;p4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672" name="Google Shape;672;p41: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3" name="Google Shape;673;p4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"Tingnan natin ang isang simpleng real-life application ng Conditional Statements."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Example</a:t>
            </a:r>
            <a:endParaRPr/>
          </a:p>
          <a:p>
            <a:pPr indent="0" lvl="0" marL="0" rtl="0" algn="l">
              <a:lnSpc>
                <a:spcPct val="100000"/>
              </a:lnSpc>
              <a:spcBef>
                <a:spcPts val="0"/>
              </a:spcBef>
              <a:spcAft>
                <a:spcPts val="0"/>
              </a:spcAft>
              <a:buSzPts val="1400"/>
              <a:buNone/>
            </a:pPr>
            <a:r>
              <a:rPr lang="en-US"/>
              <a:t>temperature = 35</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if temperature &gt;= 35:</a:t>
            </a:r>
            <a:endParaRPr/>
          </a:p>
          <a:p>
            <a:pPr indent="0" lvl="0" marL="0" rtl="0" algn="l">
              <a:lnSpc>
                <a:spcPct val="100000"/>
              </a:lnSpc>
              <a:spcBef>
                <a:spcPts val="0"/>
              </a:spcBef>
              <a:spcAft>
                <a:spcPts val="0"/>
              </a:spcAft>
              <a:buSzPts val="1400"/>
              <a:buNone/>
            </a:pPr>
            <a:r>
              <a:rPr lang="en-US"/>
              <a:t>    print("Mainit")</a:t>
            </a:r>
            <a:endParaRPr/>
          </a:p>
          <a:p>
            <a:pPr indent="0" lvl="0" marL="0" rtl="0" algn="l">
              <a:lnSpc>
                <a:spcPct val="100000"/>
              </a:lnSpc>
              <a:spcBef>
                <a:spcPts val="0"/>
              </a:spcBef>
              <a:spcAft>
                <a:spcPts val="0"/>
              </a:spcAft>
              <a:buSzPts val="1400"/>
              <a:buNone/>
            </a:pPr>
            <a:r>
              <a:rPr lang="en-US"/>
              <a:t>else:</a:t>
            </a:r>
            <a:endParaRPr/>
          </a:p>
          <a:p>
            <a:pPr indent="0" lvl="0" marL="0" rtl="0" algn="l">
              <a:lnSpc>
                <a:spcPct val="100000"/>
              </a:lnSpc>
              <a:spcBef>
                <a:spcPts val="0"/>
              </a:spcBef>
              <a:spcAft>
                <a:spcPts val="0"/>
              </a:spcAft>
              <a:buSzPts val="1400"/>
              <a:buNone/>
            </a:pPr>
            <a:r>
              <a:rPr lang="en-US"/>
              <a:t>    print("Malamig")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Output: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Mainit</a:t>
            </a:r>
            <a:endParaRPr/>
          </a:p>
          <a:p>
            <a:pPr indent="0" lvl="0" marL="0" rtl="0" algn="l">
              <a:lnSpc>
                <a:spcPct val="100000"/>
              </a:lnSpc>
              <a:spcBef>
                <a:spcPts val="0"/>
              </a:spcBef>
              <a:spcAft>
                <a:spcPts val="0"/>
              </a:spcAft>
              <a:buSzPts val="1400"/>
              <a:buNone/>
            </a:pPr>
            <a:r>
              <a:rPr lang="en-US"/>
              <a:t>Explanation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"Araw-araw tayong gumagawa ng decisions base sa conditions."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"Ganito rin ang ginagawa ng program gamit ang Conditional Statements."</a:t>
            </a:r>
            <a:endParaRPr/>
          </a:p>
        </p:txBody>
      </p:sp>
      <p:sp>
        <p:nvSpPr>
          <p:cNvPr id="674" name="Google Shape;674;p4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75" name="Google Shape;675;p4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4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85" name="Google Shape;685;p4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686" name="Google Shape;686;p42: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7" name="Google Shape;687;p4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"Tandaan class, ang Operators ang nagbibigay kakayahan sa program na mag-compute at magkumpara, habang ang Conditional Statements naman ang nagbibigay kakayahan sa program na mag-isip at gumawa ng tamang desisyon base sa mga conditions."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"Sa susunod nating topic, pagsasamahin natin ang Variables, Input, Operators, at Conditions para makagawa ng mas interactive na programs." 🚀🐍💻</a:t>
            </a:r>
            <a:endParaRPr/>
          </a:p>
        </p:txBody>
      </p:sp>
      <p:sp>
        <p:nvSpPr>
          <p:cNvPr id="688" name="Google Shape;688;p4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89" name="Google Shape;689;p4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4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99" name="Google Shape;699;p4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700" name="Google Shape;700;p43: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1" name="Google Shape;701;p4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"Tandaan class, ang Operators ang nagbibigay kakayahan sa program na mag-compute at magkumpara, habang ang Conditional Statements naman ang nagbibigay kakayahan sa program na mag-isip at gumawa ng tamang desisyon base sa mga conditions."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"Sa susunod nating topic, pagsasamahin natin ang Variables, Input, Operators, at Conditions para makagawa ng mas interactive na programs." 🚀🐍💻</a:t>
            </a:r>
            <a:endParaRPr/>
          </a:p>
        </p:txBody>
      </p:sp>
      <p:sp>
        <p:nvSpPr>
          <p:cNvPr id="702" name="Google Shape;702;p4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703" name="Google Shape;703;p4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4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713" name="Google Shape;713;p4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714" name="Google Shape;714;p44: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5" name="Google Shape;715;p4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Sa lesson na ito, natutunan natin ang iba't ibang Python concepts na makakatulong para maging mas efficient, organized, at interactive ang ating programs.</a:t>
            </a:r>
            <a:endParaRPr/>
          </a:p>
        </p:txBody>
      </p:sp>
      <p:sp>
        <p:nvSpPr>
          <p:cNvPr id="716" name="Google Shape;716;p4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717" name="Google Shape;717;p4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4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727" name="Google Shape;727;p4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728" name="Google Shape;728;p45: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9" name="Google Shape;729;p4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Ang Loops ay ginagamit para ulitin ang isang task nang maraming beses nang hindi inuulit ang pagsulat ng code.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Ang Loop ay ginagamit para ulitin ang isang task nang maraming beses nang hindi inuulit ang pagsulat ng code. Nakakatulong ito para maging mas mabilis at mas maikli ang ating program.</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May tatlong mahalagang concepts sa Loops: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for loop → ginagamit kapag alam natin kung ilang beses uulitin ang task.</a:t>
            </a:r>
            <a:endParaRPr/>
          </a:p>
          <a:p>
            <a:pPr indent="0" lvl="0" marL="0" rtl="0" algn="l">
              <a:lnSpc>
                <a:spcPct val="100000"/>
              </a:lnSpc>
              <a:spcBef>
                <a:spcPts val="0"/>
              </a:spcBef>
              <a:spcAft>
                <a:spcPts val="0"/>
              </a:spcAft>
              <a:buSzPts val="1400"/>
              <a:buNone/>
            </a:pPr>
            <a:r>
              <a:rPr lang="en-US"/>
              <a:t>while loop → ginagamit kapag maglo-loop hangga't totoo ang condition.</a:t>
            </a:r>
            <a:endParaRPr/>
          </a:p>
          <a:p>
            <a:pPr indent="0" lvl="0" marL="0" rtl="0" algn="l">
              <a:lnSpc>
                <a:spcPct val="100000"/>
              </a:lnSpc>
              <a:spcBef>
                <a:spcPts val="0"/>
              </a:spcBef>
              <a:spcAft>
                <a:spcPts val="0"/>
              </a:spcAft>
              <a:buSzPts val="1400"/>
              <a:buNone/>
            </a:pPr>
            <a:r>
              <a:rPr lang="en-US"/>
              <a:t>break at continue → ginagamit para kontrolin ang pagtakbo ng loop.</a:t>
            </a:r>
            <a:endParaRPr/>
          </a:p>
        </p:txBody>
      </p:sp>
      <p:sp>
        <p:nvSpPr>
          <p:cNvPr id="730" name="Google Shape;730;p4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731" name="Google Shape;731;p4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4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742" name="Google Shape;742;p4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743" name="Google Shape;743;p46: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p4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Ang for loop ay umuulit ng limang beses. Kada ikot, pinapakita nito ang value ng variable na i."</a:t>
            </a:r>
            <a:endParaRPr/>
          </a:p>
        </p:txBody>
      </p:sp>
      <p:sp>
        <p:nvSpPr>
          <p:cNvPr id="745" name="Google Shape;745;p4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746" name="Google Shape;746;p4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4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758" name="Google Shape;758;p4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759" name="Google Shape;759;p47: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0" name="Google Shape;760;p4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count = 1</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while count &lt;= 5:</a:t>
            </a:r>
            <a:endParaRPr/>
          </a:p>
          <a:p>
            <a:pPr indent="0" lvl="0" marL="0" rtl="0" algn="l">
              <a:lnSpc>
                <a:spcPct val="100000"/>
              </a:lnSpc>
              <a:spcBef>
                <a:spcPts val="0"/>
              </a:spcBef>
              <a:spcAft>
                <a:spcPts val="0"/>
              </a:spcAft>
              <a:buSzPts val="1400"/>
              <a:buNone/>
            </a:pPr>
            <a:r>
              <a:rPr lang="en-US"/>
              <a:t>    print(count)</a:t>
            </a:r>
            <a:endParaRPr/>
          </a:p>
          <a:p>
            <a:pPr indent="0" lvl="0" marL="0" rtl="0" algn="l">
              <a:lnSpc>
                <a:spcPct val="100000"/>
              </a:lnSpc>
              <a:spcBef>
                <a:spcPts val="0"/>
              </a:spcBef>
              <a:spcAft>
                <a:spcPts val="0"/>
              </a:spcAft>
              <a:buSzPts val="1400"/>
              <a:buNone/>
            </a:pPr>
            <a:r>
              <a:rPr lang="en-US"/>
              <a:t>    count += 1</a:t>
            </a:r>
            <a:endParaRPr/>
          </a:p>
          <a:p>
            <a:pPr indent="0" lvl="0" marL="0" rtl="0" algn="l">
              <a:lnSpc>
                <a:spcPct val="100000"/>
              </a:lnSpc>
              <a:spcBef>
                <a:spcPts val="0"/>
              </a:spcBef>
              <a:spcAft>
                <a:spcPts val="0"/>
              </a:spcAft>
              <a:buSzPts val="1400"/>
              <a:buNone/>
            </a:pPr>
            <a:r>
              <a:rPr lang="en-US"/>
              <a:t>Output</a:t>
            </a:r>
            <a:endParaRPr/>
          </a:p>
          <a:p>
            <a:pPr indent="0" lvl="0" marL="0" rtl="0" algn="l">
              <a:lnSpc>
                <a:spcPct val="100000"/>
              </a:lnSpc>
              <a:spcBef>
                <a:spcPts val="0"/>
              </a:spcBef>
              <a:spcAft>
                <a:spcPts val="0"/>
              </a:spcAft>
              <a:buSzPts val="1400"/>
              <a:buNone/>
            </a:pPr>
            <a:r>
              <a:rPr lang="en-US"/>
              <a:t>1</a:t>
            </a:r>
            <a:endParaRPr/>
          </a:p>
          <a:p>
            <a:pPr indent="0" lvl="0" marL="0" rtl="0" algn="l">
              <a:lnSpc>
                <a:spcPct val="100000"/>
              </a:lnSpc>
              <a:spcBef>
                <a:spcPts val="0"/>
              </a:spcBef>
              <a:spcAft>
                <a:spcPts val="0"/>
              </a:spcAft>
              <a:buSzPts val="1400"/>
              <a:buNone/>
            </a:pPr>
            <a:r>
              <a:rPr lang="en-US"/>
              <a:t>2</a:t>
            </a:r>
            <a:endParaRPr/>
          </a:p>
          <a:p>
            <a:pPr indent="0" lvl="0" marL="0" rtl="0" algn="l">
              <a:lnSpc>
                <a:spcPct val="100000"/>
              </a:lnSpc>
              <a:spcBef>
                <a:spcPts val="0"/>
              </a:spcBef>
              <a:spcAft>
                <a:spcPts val="0"/>
              </a:spcAft>
              <a:buSzPts val="1400"/>
              <a:buNone/>
            </a:pPr>
            <a:r>
              <a:rPr lang="en-US"/>
              <a:t>3</a:t>
            </a:r>
            <a:endParaRPr/>
          </a:p>
          <a:p>
            <a:pPr indent="0" lvl="0" marL="0" rtl="0" algn="l">
              <a:lnSpc>
                <a:spcPct val="100000"/>
              </a:lnSpc>
              <a:spcBef>
                <a:spcPts val="0"/>
              </a:spcBef>
              <a:spcAft>
                <a:spcPts val="0"/>
              </a:spcAft>
              <a:buSzPts val="1400"/>
              <a:buNone/>
            </a:pPr>
            <a:r>
              <a:rPr lang="en-US"/>
              <a:t>4</a:t>
            </a:r>
            <a:endParaRPr/>
          </a:p>
          <a:p>
            <a:pPr indent="0" lvl="0" marL="0" rtl="0" algn="l">
              <a:lnSpc>
                <a:spcPct val="100000"/>
              </a:lnSpc>
              <a:spcBef>
                <a:spcPts val="0"/>
              </a:spcBef>
              <a:spcAft>
                <a:spcPts val="0"/>
              </a:spcAft>
              <a:buSzPts val="1400"/>
              <a:buNone/>
            </a:pPr>
            <a:r>
              <a:rPr lang="en-US"/>
              <a:t>5</a:t>
            </a:r>
            <a:endParaRPr/>
          </a:p>
          <a:p>
            <a:pPr indent="0" lvl="0" marL="0" rtl="0" algn="l">
              <a:lnSpc>
                <a:spcPct val="100000"/>
              </a:lnSpc>
              <a:spcBef>
                <a:spcPts val="0"/>
              </a:spcBef>
              <a:spcAft>
                <a:spcPts val="0"/>
              </a:spcAft>
              <a:buSzPts val="1400"/>
              <a:buNone/>
            </a:pPr>
            <a:r>
              <a:rPr lang="en-US"/>
              <a:t>Explanation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"Ang while loop ay magpapatuloy hangga't totoo ang condition na count &lt;= 5."</a:t>
            </a:r>
            <a:endParaRPr/>
          </a:p>
        </p:txBody>
      </p:sp>
      <p:sp>
        <p:nvSpPr>
          <p:cNvPr id="761" name="Google Shape;761;p4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762" name="Google Shape;762;p4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4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774" name="Google Shape;774;p4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775" name="Google Shape;775;p48: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6" name="Google Shape;776;p4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"Kapag umabot ang value sa 5, titigil agad ang loop dahil sa break statement."</a:t>
            </a:r>
            <a:endParaRPr/>
          </a:p>
        </p:txBody>
      </p:sp>
      <p:sp>
        <p:nvSpPr>
          <p:cNvPr id="777" name="Google Shape;777;p4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778" name="Google Shape;778;p4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4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790" name="Google Shape;790;p4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791" name="Google Shape;791;p49: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2" name="Google Shape;792;p4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"Kapag ang value ay 2, nilalaktawan ito ng continue at nagpapatuloy sa susunod na ikot ng loop."</a:t>
            </a:r>
            <a:endParaRPr/>
          </a:p>
        </p:txBody>
      </p:sp>
      <p:sp>
        <p:nvSpPr>
          <p:cNvPr id="793" name="Google Shape;793;p4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794" name="Google Shape;794;p4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5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806" name="Google Shape;806;p5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807" name="Google Shape;807;p50:notes"/>
          <p:cNvSpPr/>
          <p:nvPr>
            <p:ph idx="3" type="sldImg"/>
          </p:nvPr>
        </p:nvSpPr>
        <p:spPr>
          <a:xfrm>
            <a:off x="2860675" y="512763"/>
            <a:ext cx="342265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8" name="Google Shape;808;p5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ang loops ay parang pag-uulit ng isang gawain. Sa halip na paulit-ulit nating isulat ang parehong code, isang loop lang ang gagamitin natin para mas mabilis, mas maikli, at mas efficient ang ating program.</a:t>
            </a:r>
            <a:endParaRPr/>
          </a:p>
        </p:txBody>
      </p:sp>
      <p:sp>
        <p:nvSpPr>
          <p:cNvPr id="809" name="Google Shape;809;p5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810" name="Google Shape;810;p5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5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5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5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5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5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5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5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5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6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0"/>
          <p:cNvSpPr/>
          <p:nvPr>
            <p:ph idx="2" type="pic"/>
          </p:nvPr>
        </p:nvSpPr>
        <p:spPr>
          <a:xfrm>
            <a:off x="1792288" y="612775"/>
            <a:ext cx="5486400" cy="4114800"/>
          </a:xfrm>
          <a:prstGeom prst="rect">
            <a:avLst/>
          </a:prstGeom>
          <a:noFill/>
          <a:ln>
            <a:noFill/>
          </a:ln>
        </p:spPr>
      </p:sp>
      <p:sp>
        <p:nvSpPr>
          <p:cNvPr id="68" name="Google Shape;68;p6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6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6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6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4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14.png"/><Relationship Id="rId6"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3.jpg"/><Relationship Id="rId4" Type="http://schemas.openxmlformats.org/officeDocument/2006/relationships/image" Target="../media/image1.jpg"/><Relationship Id="rId5"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jpg"/><Relationship Id="rId4" Type="http://schemas.openxmlformats.org/officeDocument/2006/relationships/image" Target="../media/image29.png"/><Relationship Id="rId5"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jpg"/><Relationship Id="rId4" Type="http://schemas.openxmlformats.org/officeDocument/2006/relationships/image" Target="../media/image29.png"/><Relationship Id="rId5"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jpg"/><Relationship Id="rId4" Type="http://schemas.openxmlformats.org/officeDocument/2006/relationships/image" Target="../media/image29.png"/><Relationship Id="rId5" Type="http://schemas.openxmlformats.org/officeDocument/2006/relationships/image" Target="../media/image28.png"/><Relationship Id="rId6" Type="http://schemas.openxmlformats.org/officeDocument/2006/relationships/image" Target="../media/image4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jpg"/><Relationship Id="rId4" Type="http://schemas.openxmlformats.org/officeDocument/2006/relationships/image" Target="../media/image29.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4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jpg"/><Relationship Id="rId4" Type="http://schemas.openxmlformats.org/officeDocument/2006/relationships/image" Target="../media/image29.png"/><Relationship Id="rId5" Type="http://schemas.openxmlformats.org/officeDocument/2006/relationships/image" Target="../media/image35.png"/><Relationship Id="rId6"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jpg"/><Relationship Id="rId4" Type="http://schemas.openxmlformats.org/officeDocument/2006/relationships/image" Target="../media/image2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jpg"/><Relationship Id="rId4" Type="http://schemas.openxmlformats.org/officeDocument/2006/relationships/image" Target="../media/image29.png"/><Relationship Id="rId5" Type="http://schemas.openxmlformats.org/officeDocument/2006/relationships/image" Target="../media/image3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jpg"/><Relationship Id="rId4" Type="http://schemas.openxmlformats.org/officeDocument/2006/relationships/image" Target="../media/image29.png"/><Relationship Id="rId5" Type="http://schemas.openxmlformats.org/officeDocument/2006/relationships/image" Target="../media/image4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jpg"/><Relationship Id="rId4" Type="http://schemas.openxmlformats.org/officeDocument/2006/relationships/image" Target="../media/image29.png"/><Relationship Id="rId5" Type="http://schemas.openxmlformats.org/officeDocument/2006/relationships/image" Target="../media/image3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jpg"/><Relationship Id="rId4" Type="http://schemas.openxmlformats.org/officeDocument/2006/relationships/image" Target="../media/image29.png"/><Relationship Id="rId5" Type="http://schemas.openxmlformats.org/officeDocument/2006/relationships/image" Target="../media/image3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jpg"/><Relationship Id="rId4" Type="http://schemas.openxmlformats.org/officeDocument/2006/relationships/image" Target="../media/image29.png"/><Relationship Id="rId5" Type="http://schemas.openxmlformats.org/officeDocument/2006/relationships/image" Target="../media/image4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jpg"/><Relationship Id="rId4" Type="http://schemas.openxmlformats.org/officeDocument/2006/relationships/image" Target="../media/image29.png"/><Relationship Id="rId5" Type="http://schemas.openxmlformats.org/officeDocument/2006/relationships/image" Target="../media/image4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3.jpg"/><Relationship Id="rId4" Type="http://schemas.openxmlformats.org/officeDocument/2006/relationships/image" Target="../media/image1.jpg"/><Relationship Id="rId5" Type="http://schemas.openxmlformats.org/officeDocument/2006/relationships/image" Target="../media/image2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3.jpg"/><Relationship Id="rId4" Type="http://schemas.openxmlformats.org/officeDocument/2006/relationships/image" Target="../media/image1.jpg"/><Relationship Id="rId5" Type="http://schemas.openxmlformats.org/officeDocument/2006/relationships/image" Target="../media/image2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3.jpg"/><Relationship Id="rId4" Type="http://schemas.openxmlformats.org/officeDocument/2006/relationships/image" Target="../media/image1.jpg"/><Relationship Id="rId5" Type="http://schemas.openxmlformats.org/officeDocument/2006/relationships/image" Target="../media/image29.png"/><Relationship Id="rId6" Type="http://schemas.openxmlformats.org/officeDocument/2006/relationships/image" Target="../media/image4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3.jpg"/><Relationship Id="rId4" Type="http://schemas.openxmlformats.org/officeDocument/2006/relationships/image" Target="../media/image1.jpg"/><Relationship Id="rId5" Type="http://schemas.openxmlformats.org/officeDocument/2006/relationships/image" Target="../media/image29.png"/><Relationship Id="rId6" Type="http://schemas.openxmlformats.org/officeDocument/2006/relationships/image" Target="../media/image3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3.jpg"/><Relationship Id="rId4" Type="http://schemas.openxmlformats.org/officeDocument/2006/relationships/image" Target="../media/image1.jpg"/><Relationship Id="rId5" Type="http://schemas.openxmlformats.org/officeDocument/2006/relationships/image" Target="../media/image29.png"/><Relationship Id="rId6" Type="http://schemas.openxmlformats.org/officeDocument/2006/relationships/image" Target="../media/image4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3.jpg"/><Relationship Id="rId4" Type="http://schemas.openxmlformats.org/officeDocument/2006/relationships/image" Target="../media/image1.jpg"/><Relationship Id="rId5" Type="http://schemas.openxmlformats.org/officeDocument/2006/relationships/image" Target="../media/image29.png"/><Relationship Id="rId6" Type="http://schemas.openxmlformats.org/officeDocument/2006/relationships/image" Target="../media/image3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3.jpg"/><Relationship Id="rId4" Type="http://schemas.openxmlformats.org/officeDocument/2006/relationships/image" Target="../media/image1.jpg"/><Relationship Id="rId5" Type="http://schemas.openxmlformats.org/officeDocument/2006/relationships/image" Target="../media/image29.png"/><Relationship Id="rId6"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E8EAFF"/>
            </a:gs>
          </a:gsLst>
          <a:lin ang="5400000" scaled="0"/>
        </a:gradFill>
      </p:bgPr>
    </p:bg>
    <p:spTree>
      <p:nvGrpSpPr>
        <p:cNvPr id="91" name="Shape 91"/>
        <p:cNvGrpSpPr/>
        <p:nvPr/>
      </p:nvGrpSpPr>
      <p:grpSpPr>
        <a:xfrm>
          <a:off x="0" y="0"/>
          <a:ext cx="0" cy="0"/>
          <a:chOff x="0" y="0"/>
          <a:chExt cx="0" cy="0"/>
        </a:xfrm>
      </p:grpSpPr>
      <p:grpSp>
        <p:nvGrpSpPr>
          <p:cNvPr id="92" name="Google Shape;92;p1"/>
          <p:cNvGrpSpPr/>
          <p:nvPr/>
        </p:nvGrpSpPr>
        <p:grpSpPr>
          <a:xfrm>
            <a:off x="731520" y="2201017"/>
            <a:ext cx="8290560" cy="1639465"/>
            <a:chOff x="0" y="-95250"/>
            <a:chExt cx="11054080" cy="2185952"/>
          </a:xfrm>
        </p:grpSpPr>
        <p:sp>
          <p:nvSpPr>
            <p:cNvPr id="93" name="Google Shape;93;p1"/>
            <p:cNvSpPr/>
            <p:nvPr/>
          </p:nvSpPr>
          <p:spPr>
            <a:xfrm>
              <a:off x="0" y="0"/>
              <a:ext cx="11054080" cy="2090702"/>
            </a:xfrm>
            <a:custGeom>
              <a:rect b="b" l="l" r="r" t="t"/>
              <a:pathLst>
                <a:path extrusionOk="0" h="2090702" w="11054080">
                  <a:moveTo>
                    <a:pt x="0" y="0"/>
                  </a:moveTo>
                  <a:lnTo>
                    <a:pt x="11054080" y="0"/>
                  </a:lnTo>
                  <a:lnTo>
                    <a:pt x="11054080" y="2090702"/>
                  </a:lnTo>
                  <a:lnTo>
                    <a:pt x="0" y="2090702"/>
                  </a:lnTo>
                  <a:close/>
                </a:path>
              </a:pathLst>
            </a:custGeom>
            <a:blipFill rotWithShape="1">
              <a:blip r:embed="rId3">
                <a:alphaModFix amt="0"/>
              </a:blip>
              <a:stretch>
                <a:fillRect b="-53021" l="0" r="0" t="-530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1"/>
            <p:cNvSpPr txBox="1"/>
            <p:nvPr/>
          </p:nvSpPr>
          <p:spPr>
            <a:xfrm>
              <a:off x="0" y="-95250"/>
              <a:ext cx="11054080" cy="2185949"/>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Introduction to Python Fundamentals</a:t>
              </a:r>
              <a:endParaRPr b="0" i="0" sz="1400" u="none" cap="none" strike="noStrike">
                <a:solidFill>
                  <a:srgbClr val="000000"/>
                </a:solidFill>
                <a:latin typeface="Arial"/>
                <a:ea typeface="Arial"/>
                <a:cs typeface="Arial"/>
                <a:sym typeface="Arial"/>
              </a:endParaRPr>
            </a:p>
          </p:txBody>
        </p:sp>
      </p:grpSp>
      <p:sp>
        <p:nvSpPr>
          <p:cNvPr id="95" name="Google Shape;95;p1"/>
          <p:cNvSpPr txBox="1"/>
          <p:nvPr/>
        </p:nvSpPr>
        <p:spPr>
          <a:xfrm>
            <a:off x="1554480" y="4124325"/>
            <a:ext cx="6644640" cy="1844678"/>
          </a:xfrm>
          <a:prstGeom prst="rect">
            <a:avLst/>
          </a:prstGeom>
          <a:noFill/>
          <a:ln>
            <a:noFill/>
          </a:ln>
        </p:spPr>
        <p:txBody>
          <a:bodyPr anchorCtr="0" anchor="t" bIns="0" lIns="0" spcFirstLastPara="1" rIns="0" wrap="square" tIns="0">
            <a:spAutoFit/>
          </a:bodyPr>
          <a:lstStyle/>
          <a:p>
            <a:pPr indent="0" lvl="0" marL="0" marR="0" rtl="0" algn="ctr">
              <a:lnSpc>
                <a:spcPct val="119982"/>
              </a:lnSpc>
              <a:spcBef>
                <a:spcPts val="0"/>
              </a:spcBef>
              <a:spcAft>
                <a:spcPts val="0"/>
              </a:spcAft>
              <a:buClr>
                <a:srgbClr val="000000"/>
              </a:buClr>
              <a:buSzPts val="3413"/>
              <a:buFont typeface="Arial"/>
              <a:buNone/>
            </a:pPr>
            <a:r>
              <a:rPr b="0" i="0" lang="en-US" sz="3413" u="none" cap="none" strike="noStrike">
                <a:solidFill>
                  <a:srgbClr val="898989"/>
                </a:solidFill>
                <a:latin typeface="Calibri"/>
                <a:ea typeface="Calibri"/>
                <a:cs typeface="Calibri"/>
                <a:sym typeface="Calibri"/>
              </a:rPr>
              <a:t>A beginner-friendly overview of Python programming</a:t>
            </a:r>
            <a:endParaRPr b="0" i="0" sz="1400" u="none" cap="none" strike="noStrike">
              <a:solidFill>
                <a:srgbClr val="000000"/>
              </a:solidFill>
              <a:latin typeface="Arial"/>
              <a:ea typeface="Arial"/>
              <a:cs typeface="Arial"/>
              <a:sym typeface="Arial"/>
            </a:endParaRPr>
          </a:p>
        </p:txBody>
      </p:sp>
      <p:sp>
        <p:nvSpPr>
          <p:cNvPr id="96" name="Google Shape;96;p1"/>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 name="Google Shape;97;p1"/>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E8EAFF"/>
            </a:gs>
          </a:gsLst>
          <a:lin ang="5400000" scaled="0"/>
        </a:gradFill>
      </p:bgPr>
    </p:bg>
    <p:spTree>
      <p:nvGrpSpPr>
        <p:cNvPr id="105" name="Shape 105"/>
        <p:cNvGrpSpPr/>
        <p:nvPr/>
      </p:nvGrpSpPr>
      <p:grpSpPr>
        <a:xfrm>
          <a:off x="0" y="0"/>
          <a:ext cx="0" cy="0"/>
          <a:chOff x="0" y="0"/>
          <a:chExt cx="0" cy="0"/>
        </a:xfrm>
      </p:grpSpPr>
      <p:grpSp>
        <p:nvGrpSpPr>
          <p:cNvPr id="106" name="Google Shape;106;p2"/>
          <p:cNvGrpSpPr/>
          <p:nvPr/>
        </p:nvGrpSpPr>
        <p:grpSpPr>
          <a:xfrm>
            <a:off x="487680" y="221514"/>
            <a:ext cx="8778240" cy="1290638"/>
            <a:chOff x="0" y="-95250"/>
            <a:chExt cx="11704320" cy="1720850"/>
          </a:xfrm>
        </p:grpSpPr>
        <p:sp>
          <p:nvSpPr>
            <p:cNvPr id="107" name="Google Shape;107;p2"/>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 name="Google Shape;108;p2"/>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What is Python?</a:t>
              </a:r>
              <a:endParaRPr b="0" i="0" sz="1400" u="none" cap="none" strike="noStrike">
                <a:solidFill>
                  <a:srgbClr val="000000"/>
                </a:solidFill>
                <a:latin typeface="Arial"/>
                <a:ea typeface="Arial"/>
                <a:cs typeface="Arial"/>
                <a:sym typeface="Arial"/>
              </a:endParaRPr>
            </a:p>
          </p:txBody>
        </p:sp>
      </p:grpSp>
      <p:sp>
        <p:nvSpPr>
          <p:cNvPr id="109" name="Google Shape;109;p2"/>
          <p:cNvSpPr txBox="1"/>
          <p:nvPr/>
        </p:nvSpPr>
        <p:spPr>
          <a:xfrm>
            <a:off x="579120" y="1685925"/>
            <a:ext cx="8595360" cy="3664593"/>
          </a:xfrm>
          <a:prstGeom prst="rect">
            <a:avLst/>
          </a:prstGeom>
          <a:noFill/>
          <a:ln>
            <a:noFill/>
          </a:ln>
        </p:spPr>
        <p:txBody>
          <a:bodyPr anchorCtr="0" anchor="t" bIns="0" lIns="0" spcFirstLastPara="1" rIns="0" wrap="square" tIns="0">
            <a:spAutoFit/>
          </a:bodyPr>
          <a:lstStyle/>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High-level programming language</a:t>
            </a:r>
            <a:endParaRPr b="0" i="0" sz="1400" u="none" cap="none" strike="noStrike">
              <a:solidFill>
                <a:srgbClr val="000000"/>
              </a:solidFill>
              <a:latin typeface="Arial"/>
              <a:ea typeface="Arial"/>
              <a:cs typeface="Arial"/>
              <a:sym typeface="Arial"/>
            </a:endParaRPr>
          </a:p>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Easy to read and learn</a:t>
            </a:r>
            <a:endParaRPr b="0" i="0" sz="1400" u="none" cap="none" strike="noStrike">
              <a:solidFill>
                <a:srgbClr val="000000"/>
              </a:solidFill>
              <a:latin typeface="Arial"/>
              <a:ea typeface="Arial"/>
              <a:cs typeface="Arial"/>
              <a:sym typeface="Arial"/>
            </a:endParaRPr>
          </a:p>
          <a:p>
            <a:pPr indent="-216726" lvl="1" marL="439129"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Widely used</a:t>
            </a:r>
            <a:endParaRPr b="0" i="0" sz="1400" u="none" cap="none" strike="noStrike">
              <a:solidFill>
                <a:srgbClr val="000000"/>
              </a:solidFill>
              <a:latin typeface="Arial"/>
              <a:ea typeface="Arial"/>
              <a:cs typeface="Arial"/>
              <a:sym typeface="Arial"/>
            </a:endParaRPr>
          </a:p>
          <a:p>
            <a:pPr indent="-216726" lvl="2" marL="896329"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Web</a:t>
            </a:r>
            <a:endParaRPr b="0" i="0" sz="1400" u="none" cap="none" strike="noStrike">
              <a:solidFill>
                <a:srgbClr val="000000"/>
              </a:solidFill>
              <a:latin typeface="Arial"/>
              <a:ea typeface="Arial"/>
              <a:cs typeface="Arial"/>
              <a:sym typeface="Arial"/>
            </a:endParaRPr>
          </a:p>
          <a:p>
            <a:pPr indent="-216726" lvl="2" marL="896329"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AI, </a:t>
            </a:r>
            <a:endParaRPr b="0" i="0" sz="1400" u="none" cap="none" strike="noStrike">
              <a:solidFill>
                <a:srgbClr val="000000"/>
              </a:solidFill>
              <a:latin typeface="Arial"/>
              <a:ea typeface="Arial"/>
              <a:cs typeface="Arial"/>
              <a:sym typeface="Arial"/>
            </a:endParaRPr>
          </a:p>
          <a:p>
            <a:pPr indent="-216726" lvl="2" marL="896329"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Automation,</a:t>
            </a:r>
            <a:endParaRPr b="0" i="0" sz="1400" u="none" cap="none" strike="noStrike">
              <a:solidFill>
                <a:srgbClr val="000000"/>
              </a:solidFill>
              <a:latin typeface="Arial"/>
              <a:ea typeface="Arial"/>
              <a:cs typeface="Arial"/>
              <a:sym typeface="Arial"/>
            </a:endParaRPr>
          </a:p>
          <a:p>
            <a:pPr indent="-216726" lvl="2" marL="896329"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and Data Science.</a:t>
            </a:r>
            <a:endParaRPr b="0" i="0" sz="1400" u="none" cap="none" strike="noStrike">
              <a:solidFill>
                <a:srgbClr val="000000"/>
              </a:solidFill>
              <a:latin typeface="Arial"/>
              <a:ea typeface="Arial"/>
              <a:cs typeface="Arial"/>
              <a:sym typeface="Arial"/>
            </a:endParaRPr>
          </a:p>
        </p:txBody>
      </p:sp>
      <p:sp>
        <p:nvSpPr>
          <p:cNvPr id="110" name="Google Shape;110;p2"/>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 name="Google Shape;111;p2"/>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E8EAFF"/>
            </a:gs>
          </a:gsLst>
          <a:lin ang="5400000" scaled="0"/>
        </a:gradFill>
      </p:bgPr>
    </p:bg>
    <p:spTree>
      <p:nvGrpSpPr>
        <p:cNvPr id="119" name="Shape 119"/>
        <p:cNvGrpSpPr/>
        <p:nvPr/>
      </p:nvGrpSpPr>
      <p:grpSpPr>
        <a:xfrm>
          <a:off x="0" y="0"/>
          <a:ext cx="0" cy="0"/>
          <a:chOff x="0" y="0"/>
          <a:chExt cx="0" cy="0"/>
        </a:xfrm>
      </p:grpSpPr>
      <p:grpSp>
        <p:nvGrpSpPr>
          <p:cNvPr id="120" name="Google Shape;120;p3"/>
          <p:cNvGrpSpPr/>
          <p:nvPr/>
        </p:nvGrpSpPr>
        <p:grpSpPr>
          <a:xfrm>
            <a:off x="487680" y="221514"/>
            <a:ext cx="8778240" cy="1290638"/>
            <a:chOff x="0" y="-95250"/>
            <a:chExt cx="11704320" cy="1720850"/>
          </a:xfrm>
        </p:grpSpPr>
        <p:sp>
          <p:nvSpPr>
            <p:cNvPr id="121" name="Google Shape;121;p3"/>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 name="Google Shape;122;p3"/>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Why Learn Python?</a:t>
              </a:r>
              <a:endParaRPr b="0" i="0" sz="1400" u="none" cap="none" strike="noStrike">
                <a:solidFill>
                  <a:srgbClr val="000000"/>
                </a:solidFill>
                <a:latin typeface="Arial"/>
                <a:ea typeface="Arial"/>
                <a:cs typeface="Arial"/>
                <a:sym typeface="Arial"/>
              </a:endParaRPr>
            </a:p>
          </p:txBody>
        </p:sp>
      </p:grpSp>
      <p:sp>
        <p:nvSpPr>
          <p:cNvPr id="123" name="Google Shape;123;p3"/>
          <p:cNvSpPr txBox="1"/>
          <p:nvPr/>
        </p:nvSpPr>
        <p:spPr>
          <a:xfrm>
            <a:off x="579120" y="1685925"/>
            <a:ext cx="8595360" cy="2124075"/>
          </a:xfrm>
          <a:prstGeom prst="rect">
            <a:avLst/>
          </a:prstGeom>
          <a:noFill/>
          <a:ln>
            <a:noFill/>
          </a:ln>
        </p:spPr>
        <p:txBody>
          <a:bodyPr anchorCtr="0" anchor="t" bIns="0" lIns="0" spcFirstLastPara="1" rIns="0" wrap="square" tIns="0">
            <a:spAutoFit/>
          </a:bodyPr>
          <a:lstStyle/>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Simple syntax</a:t>
            </a:r>
            <a:endParaRPr b="0" i="0" sz="1400" u="none" cap="none" strike="noStrike">
              <a:solidFill>
                <a:srgbClr val="000000"/>
              </a:solidFill>
              <a:latin typeface="Arial"/>
              <a:ea typeface="Arial"/>
              <a:cs typeface="Arial"/>
              <a:sym typeface="Arial"/>
            </a:endParaRPr>
          </a:p>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Large community</a:t>
            </a:r>
            <a:endParaRPr b="0" i="0" sz="1400" u="none" cap="none" strike="noStrike">
              <a:solidFill>
                <a:srgbClr val="000000"/>
              </a:solidFill>
              <a:latin typeface="Arial"/>
              <a:ea typeface="Arial"/>
              <a:cs typeface="Arial"/>
              <a:sym typeface="Arial"/>
            </a:endParaRPr>
          </a:p>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Cross-platform</a:t>
            </a:r>
            <a:endParaRPr b="0" i="0" sz="1400" u="none" cap="none" strike="noStrike">
              <a:solidFill>
                <a:srgbClr val="000000"/>
              </a:solidFill>
              <a:latin typeface="Arial"/>
              <a:ea typeface="Arial"/>
              <a:cs typeface="Arial"/>
              <a:sym typeface="Arial"/>
            </a:endParaRPr>
          </a:p>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Thousands of libraries</a:t>
            </a:r>
            <a:endParaRPr b="0" i="0" sz="1400" u="none" cap="none" strike="noStrike">
              <a:solidFill>
                <a:srgbClr val="000000"/>
              </a:solidFill>
              <a:latin typeface="Arial"/>
              <a:ea typeface="Arial"/>
              <a:cs typeface="Arial"/>
              <a:sym typeface="Arial"/>
            </a:endParaRPr>
          </a:p>
        </p:txBody>
      </p:sp>
      <p:sp>
        <p:nvSpPr>
          <p:cNvPr id="124" name="Google Shape;124;p3"/>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 name="Google Shape;125;p3"/>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E8EAFF"/>
            </a:gs>
          </a:gsLst>
          <a:lin ang="5400000" scaled="0"/>
        </a:gradFill>
      </p:bgPr>
    </p:bg>
    <p:spTree>
      <p:nvGrpSpPr>
        <p:cNvPr id="133" name="Shape 133"/>
        <p:cNvGrpSpPr/>
        <p:nvPr/>
      </p:nvGrpSpPr>
      <p:grpSpPr>
        <a:xfrm>
          <a:off x="0" y="0"/>
          <a:ext cx="0" cy="0"/>
          <a:chOff x="0" y="0"/>
          <a:chExt cx="0" cy="0"/>
        </a:xfrm>
      </p:grpSpPr>
      <p:grpSp>
        <p:nvGrpSpPr>
          <p:cNvPr id="134" name="Google Shape;134;p4"/>
          <p:cNvGrpSpPr/>
          <p:nvPr/>
        </p:nvGrpSpPr>
        <p:grpSpPr>
          <a:xfrm>
            <a:off x="487680" y="221514"/>
            <a:ext cx="8778240" cy="1290638"/>
            <a:chOff x="0" y="-95250"/>
            <a:chExt cx="11704320" cy="1720850"/>
          </a:xfrm>
        </p:grpSpPr>
        <p:sp>
          <p:nvSpPr>
            <p:cNvPr id="135" name="Google Shape;135;p4"/>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6" name="Google Shape;136;p4"/>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Installing Python</a:t>
              </a:r>
              <a:endParaRPr b="0" i="0" sz="1400" u="none" cap="none" strike="noStrike">
                <a:solidFill>
                  <a:srgbClr val="000000"/>
                </a:solidFill>
                <a:latin typeface="Arial"/>
                <a:ea typeface="Arial"/>
                <a:cs typeface="Arial"/>
                <a:sym typeface="Arial"/>
              </a:endParaRPr>
            </a:p>
          </p:txBody>
        </p:sp>
      </p:grpSp>
      <p:sp>
        <p:nvSpPr>
          <p:cNvPr id="137" name="Google Shape;137;p4"/>
          <p:cNvSpPr txBox="1"/>
          <p:nvPr/>
        </p:nvSpPr>
        <p:spPr>
          <a:xfrm>
            <a:off x="579120" y="1685925"/>
            <a:ext cx="8595360" cy="2124075"/>
          </a:xfrm>
          <a:prstGeom prst="rect">
            <a:avLst/>
          </a:prstGeom>
          <a:noFill/>
          <a:ln>
            <a:noFill/>
          </a:ln>
        </p:spPr>
        <p:txBody>
          <a:bodyPr anchorCtr="0" anchor="t" bIns="0" lIns="0" spcFirstLastPara="1" rIns="0" wrap="square" tIns="0">
            <a:spAutoFit/>
          </a:bodyPr>
          <a:lstStyle/>
          <a:p>
            <a:pPr indent="-368469" lvl="1" marL="736939"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Download from python.org</a:t>
            </a:r>
            <a:endParaRPr b="0" i="0" sz="1400" u="none" cap="none" strike="noStrike">
              <a:solidFill>
                <a:srgbClr val="000000"/>
              </a:solidFill>
              <a:latin typeface="Arial"/>
              <a:ea typeface="Arial"/>
              <a:cs typeface="Arial"/>
              <a:sym typeface="Arial"/>
            </a:endParaRPr>
          </a:p>
          <a:p>
            <a:pPr indent="-368469" lvl="1" marL="736939"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Install Python and pip</a:t>
            </a:r>
            <a:endParaRPr b="0" i="0" sz="1400" u="none" cap="none" strike="noStrike">
              <a:solidFill>
                <a:srgbClr val="000000"/>
              </a:solidFill>
              <a:latin typeface="Arial"/>
              <a:ea typeface="Arial"/>
              <a:cs typeface="Arial"/>
              <a:sym typeface="Arial"/>
            </a:endParaRPr>
          </a:p>
          <a:p>
            <a:pPr indent="-368469" lvl="1" marL="736938"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Verify using: python --version</a:t>
            </a:r>
            <a:endParaRPr b="0" i="0" sz="1400" u="none" cap="none" strike="noStrike">
              <a:solidFill>
                <a:srgbClr val="000000"/>
              </a:solidFill>
              <a:latin typeface="Arial"/>
              <a:ea typeface="Arial"/>
              <a:cs typeface="Arial"/>
              <a:sym typeface="Arial"/>
            </a:endParaRPr>
          </a:p>
          <a:p>
            <a:pPr indent="-368469" lvl="1" marL="736939"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Online IDE - https://www.onlinegdb.com/</a:t>
            </a:r>
            <a:endParaRPr b="0" i="0" sz="1400" u="none" cap="none" strike="noStrike">
              <a:solidFill>
                <a:srgbClr val="000000"/>
              </a:solidFill>
              <a:latin typeface="Arial"/>
              <a:ea typeface="Arial"/>
              <a:cs typeface="Arial"/>
              <a:sym typeface="Arial"/>
            </a:endParaRPr>
          </a:p>
        </p:txBody>
      </p:sp>
      <p:sp>
        <p:nvSpPr>
          <p:cNvPr id="138" name="Google Shape;138;p4"/>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 name="Google Shape;139;p4"/>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E8EAFF"/>
            </a:gs>
          </a:gsLst>
          <a:lin ang="5400000" scaled="0"/>
        </a:gradFill>
      </p:bgPr>
    </p:bg>
    <p:spTree>
      <p:nvGrpSpPr>
        <p:cNvPr id="147" name="Shape 147"/>
        <p:cNvGrpSpPr/>
        <p:nvPr/>
      </p:nvGrpSpPr>
      <p:grpSpPr>
        <a:xfrm>
          <a:off x="0" y="0"/>
          <a:ext cx="0" cy="0"/>
          <a:chOff x="0" y="0"/>
          <a:chExt cx="0" cy="0"/>
        </a:xfrm>
      </p:grpSpPr>
      <p:grpSp>
        <p:nvGrpSpPr>
          <p:cNvPr id="148" name="Google Shape;148;p5"/>
          <p:cNvGrpSpPr/>
          <p:nvPr/>
        </p:nvGrpSpPr>
        <p:grpSpPr>
          <a:xfrm>
            <a:off x="487680" y="221514"/>
            <a:ext cx="8778240" cy="1290638"/>
            <a:chOff x="0" y="-95250"/>
            <a:chExt cx="11704320" cy="1720850"/>
          </a:xfrm>
        </p:grpSpPr>
        <p:sp>
          <p:nvSpPr>
            <p:cNvPr id="149" name="Google Shape;149;p5"/>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 name="Google Shape;150;p5"/>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Python Syntax Basics</a:t>
              </a:r>
              <a:endParaRPr b="0" i="0" sz="1400" u="none" cap="none" strike="noStrike">
                <a:solidFill>
                  <a:srgbClr val="000000"/>
                </a:solidFill>
                <a:latin typeface="Arial"/>
                <a:ea typeface="Arial"/>
                <a:cs typeface="Arial"/>
                <a:sym typeface="Arial"/>
              </a:endParaRPr>
            </a:p>
          </p:txBody>
        </p:sp>
      </p:grpSp>
      <p:sp>
        <p:nvSpPr>
          <p:cNvPr id="151" name="Google Shape;151;p5"/>
          <p:cNvSpPr txBox="1"/>
          <p:nvPr/>
        </p:nvSpPr>
        <p:spPr>
          <a:xfrm>
            <a:off x="579120" y="1685925"/>
            <a:ext cx="8595360" cy="1609725"/>
          </a:xfrm>
          <a:prstGeom prst="rect">
            <a:avLst/>
          </a:prstGeom>
          <a:noFill/>
          <a:ln>
            <a:noFill/>
          </a:ln>
        </p:spPr>
        <p:txBody>
          <a:bodyPr anchorCtr="0" anchor="t" bIns="0" lIns="0" spcFirstLastPara="1" rIns="0" wrap="square" tIns="0">
            <a:spAutoFit/>
          </a:bodyPr>
          <a:lstStyle/>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Indentation matters</a:t>
            </a:r>
            <a:endParaRPr b="0" i="0" sz="1400" u="none" cap="none" strike="noStrike">
              <a:solidFill>
                <a:srgbClr val="000000"/>
              </a:solidFill>
              <a:latin typeface="Arial"/>
              <a:ea typeface="Arial"/>
              <a:cs typeface="Arial"/>
              <a:sym typeface="Arial"/>
            </a:endParaRPr>
          </a:p>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Comments use #</a:t>
            </a:r>
            <a:endParaRPr b="0" i="0" sz="1400" u="none" cap="none" strike="noStrike">
              <a:solidFill>
                <a:srgbClr val="000000"/>
              </a:solidFill>
              <a:latin typeface="Arial"/>
              <a:ea typeface="Arial"/>
              <a:cs typeface="Arial"/>
              <a:sym typeface="Arial"/>
            </a:endParaRPr>
          </a:p>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Statements are easy to read</a:t>
            </a:r>
            <a:endParaRPr b="0" i="0" sz="1400" u="none" cap="none" strike="noStrike">
              <a:solidFill>
                <a:srgbClr val="000000"/>
              </a:solidFill>
              <a:latin typeface="Arial"/>
              <a:ea typeface="Arial"/>
              <a:cs typeface="Arial"/>
              <a:sym typeface="Arial"/>
            </a:endParaRPr>
          </a:p>
        </p:txBody>
      </p:sp>
      <p:sp>
        <p:nvSpPr>
          <p:cNvPr id="152" name="Google Shape;152;p5"/>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3" name="Google Shape;153;p5"/>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54" name="Google Shape;154;p5"/>
          <p:cNvPicPr preferRelativeResize="0"/>
          <p:nvPr/>
        </p:nvPicPr>
        <p:blipFill rotWithShape="1">
          <a:blip r:embed="rId5">
            <a:alphaModFix/>
          </a:blip>
          <a:srcRect b="0" l="0" r="0" t="0"/>
          <a:stretch/>
        </p:blipFill>
        <p:spPr>
          <a:xfrm>
            <a:off x="1291229" y="3583574"/>
            <a:ext cx="7171146" cy="3467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grpSp>
        <p:nvGrpSpPr>
          <p:cNvPr id="163" name="Google Shape;163;p6"/>
          <p:cNvGrpSpPr/>
          <p:nvPr/>
        </p:nvGrpSpPr>
        <p:grpSpPr>
          <a:xfrm>
            <a:off x="487680" y="221514"/>
            <a:ext cx="8778240" cy="1290638"/>
            <a:chOff x="0" y="-95250"/>
            <a:chExt cx="11704320" cy="1720850"/>
          </a:xfrm>
        </p:grpSpPr>
        <p:sp>
          <p:nvSpPr>
            <p:cNvPr id="164" name="Google Shape;164;p6"/>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 name="Google Shape;165;p6"/>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Python Syntax Basics</a:t>
              </a:r>
              <a:endParaRPr b="0" i="0" sz="1400" u="none" cap="none" strike="noStrike">
                <a:solidFill>
                  <a:srgbClr val="000000"/>
                </a:solidFill>
                <a:latin typeface="Arial"/>
                <a:ea typeface="Arial"/>
                <a:cs typeface="Arial"/>
                <a:sym typeface="Arial"/>
              </a:endParaRPr>
            </a:p>
          </p:txBody>
        </p:sp>
      </p:grpSp>
      <p:sp>
        <p:nvSpPr>
          <p:cNvPr id="166" name="Google Shape;166;p6"/>
          <p:cNvSpPr txBox="1"/>
          <p:nvPr/>
        </p:nvSpPr>
        <p:spPr>
          <a:xfrm>
            <a:off x="579120" y="1685925"/>
            <a:ext cx="8595360" cy="581025"/>
          </a:xfrm>
          <a:prstGeom prst="rect">
            <a:avLst/>
          </a:prstGeom>
          <a:noFill/>
          <a:ln>
            <a:noFill/>
          </a:ln>
        </p:spPr>
        <p:txBody>
          <a:bodyPr anchorCtr="0" anchor="t" bIns="0" lIns="0" spcFirstLastPara="1" rIns="0" wrap="square" tIns="0">
            <a:spAutoFit/>
          </a:bodyPr>
          <a:lstStyle/>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Indentation matters</a:t>
            </a:r>
            <a:endParaRPr b="0" i="0" sz="1400" u="none" cap="none" strike="noStrike">
              <a:solidFill>
                <a:srgbClr val="000000"/>
              </a:solidFill>
              <a:latin typeface="Arial"/>
              <a:ea typeface="Arial"/>
              <a:cs typeface="Arial"/>
              <a:sym typeface="Arial"/>
            </a:endParaRPr>
          </a:p>
        </p:txBody>
      </p:sp>
      <p:sp>
        <p:nvSpPr>
          <p:cNvPr id="167" name="Google Shape;167;p6"/>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8" name="Google Shape;168;p6"/>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 name="Google Shape;169;p6"/>
          <p:cNvSpPr/>
          <p:nvPr/>
        </p:nvSpPr>
        <p:spPr>
          <a:xfrm>
            <a:off x="1826367" y="2890093"/>
            <a:ext cx="6100865" cy="1676943"/>
          </a:xfrm>
          <a:custGeom>
            <a:rect b="b" l="l" r="r" t="t"/>
            <a:pathLst>
              <a:path extrusionOk="0" h="1490172" w="4901409">
                <a:moveTo>
                  <a:pt x="0" y="0"/>
                </a:moveTo>
                <a:lnTo>
                  <a:pt x="4901409" y="0"/>
                </a:lnTo>
                <a:lnTo>
                  <a:pt x="4901409" y="1490172"/>
                </a:lnTo>
                <a:lnTo>
                  <a:pt x="0" y="149017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70" name="Google Shape;170;p6"/>
          <p:cNvPicPr preferRelativeResize="0"/>
          <p:nvPr/>
        </p:nvPicPr>
        <p:blipFill rotWithShape="1">
          <a:blip r:embed="rId6">
            <a:alphaModFix/>
          </a:blip>
          <a:srcRect b="0" l="0" r="0" t="0"/>
          <a:stretch/>
        </p:blipFill>
        <p:spPr>
          <a:xfrm>
            <a:off x="887499" y="4753943"/>
            <a:ext cx="7978602" cy="114189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grpSp>
        <p:nvGrpSpPr>
          <p:cNvPr id="179" name="Google Shape;179;p7"/>
          <p:cNvGrpSpPr/>
          <p:nvPr/>
        </p:nvGrpSpPr>
        <p:grpSpPr>
          <a:xfrm>
            <a:off x="487680" y="221514"/>
            <a:ext cx="8778240" cy="1290638"/>
            <a:chOff x="0" y="-95250"/>
            <a:chExt cx="11704320" cy="1720850"/>
          </a:xfrm>
        </p:grpSpPr>
        <p:sp>
          <p:nvSpPr>
            <p:cNvPr id="180" name="Google Shape;180;p7"/>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1" name="Google Shape;181;p7"/>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Python Syntax Basics</a:t>
              </a:r>
              <a:endParaRPr b="0" i="0" sz="1400" u="none" cap="none" strike="noStrike">
                <a:solidFill>
                  <a:srgbClr val="000000"/>
                </a:solidFill>
                <a:latin typeface="Arial"/>
                <a:ea typeface="Arial"/>
                <a:cs typeface="Arial"/>
                <a:sym typeface="Arial"/>
              </a:endParaRPr>
            </a:p>
          </p:txBody>
        </p:sp>
      </p:grpSp>
      <p:sp>
        <p:nvSpPr>
          <p:cNvPr id="182" name="Google Shape;182;p7"/>
          <p:cNvSpPr txBox="1"/>
          <p:nvPr/>
        </p:nvSpPr>
        <p:spPr>
          <a:xfrm>
            <a:off x="579120" y="1685925"/>
            <a:ext cx="8595360" cy="581025"/>
          </a:xfrm>
          <a:prstGeom prst="rect">
            <a:avLst/>
          </a:prstGeom>
          <a:noFill/>
          <a:ln>
            <a:noFill/>
          </a:ln>
        </p:spPr>
        <p:txBody>
          <a:bodyPr anchorCtr="0" anchor="t" bIns="0" lIns="0" spcFirstLastPara="1" rIns="0" wrap="square" tIns="0">
            <a:spAutoFit/>
          </a:bodyPr>
          <a:lstStyle/>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Comments use #</a:t>
            </a:r>
            <a:endParaRPr b="0" i="0" sz="1400" u="none" cap="none" strike="noStrike">
              <a:solidFill>
                <a:srgbClr val="000000"/>
              </a:solidFill>
              <a:latin typeface="Arial"/>
              <a:ea typeface="Arial"/>
              <a:cs typeface="Arial"/>
              <a:sym typeface="Arial"/>
            </a:endParaRPr>
          </a:p>
        </p:txBody>
      </p:sp>
      <p:sp>
        <p:nvSpPr>
          <p:cNvPr id="183" name="Google Shape;183;p7"/>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4" name="Google Shape;184;p7"/>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5" name="Google Shape;185;p7"/>
          <p:cNvSpPr/>
          <p:nvPr/>
        </p:nvSpPr>
        <p:spPr>
          <a:xfrm>
            <a:off x="1602412" y="2446585"/>
            <a:ext cx="6548776" cy="1550937"/>
          </a:xfrm>
          <a:custGeom>
            <a:rect b="b" l="l" r="r" t="t"/>
            <a:pathLst>
              <a:path extrusionOk="0" h="1305807" w="4868795">
                <a:moveTo>
                  <a:pt x="0" y="0"/>
                </a:moveTo>
                <a:lnTo>
                  <a:pt x="4868795" y="0"/>
                </a:lnTo>
                <a:lnTo>
                  <a:pt x="4868795" y="1305807"/>
                </a:lnTo>
                <a:lnTo>
                  <a:pt x="0" y="130580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86" name="Google Shape;186;p7"/>
          <p:cNvPicPr preferRelativeResize="0"/>
          <p:nvPr/>
        </p:nvPicPr>
        <p:blipFill rotWithShape="1">
          <a:blip r:embed="rId6">
            <a:alphaModFix/>
          </a:blip>
          <a:srcRect b="0" l="0" r="0" t="0"/>
          <a:stretch/>
        </p:blipFill>
        <p:spPr>
          <a:xfrm>
            <a:off x="1602411" y="4195224"/>
            <a:ext cx="6548777" cy="243496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grpSp>
        <p:nvGrpSpPr>
          <p:cNvPr id="195" name="Google Shape;195;p8"/>
          <p:cNvGrpSpPr/>
          <p:nvPr/>
        </p:nvGrpSpPr>
        <p:grpSpPr>
          <a:xfrm>
            <a:off x="487680" y="221514"/>
            <a:ext cx="8778240" cy="1290638"/>
            <a:chOff x="0" y="-95250"/>
            <a:chExt cx="11704320" cy="1720850"/>
          </a:xfrm>
        </p:grpSpPr>
        <p:sp>
          <p:nvSpPr>
            <p:cNvPr id="196" name="Google Shape;196;p8"/>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7" name="Google Shape;197;p8"/>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Python Syntax Basics</a:t>
              </a:r>
              <a:endParaRPr b="0" i="0" sz="1400" u="none" cap="none" strike="noStrike">
                <a:solidFill>
                  <a:srgbClr val="000000"/>
                </a:solidFill>
                <a:latin typeface="Arial"/>
                <a:ea typeface="Arial"/>
                <a:cs typeface="Arial"/>
                <a:sym typeface="Arial"/>
              </a:endParaRPr>
            </a:p>
          </p:txBody>
        </p:sp>
      </p:grpSp>
      <p:sp>
        <p:nvSpPr>
          <p:cNvPr id="198" name="Google Shape;198;p8"/>
          <p:cNvSpPr txBox="1"/>
          <p:nvPr/>
        </p:nvSpPr>
        <p:spPr>
          <a:xfrm>
            <a:off x="579120" y="1685925"/>
            <a:ext cx="8595360" cy="581025"/>
          </a:xfrm>
          <a:prstGeom prst="rect">
            <a:avLst/>
          </a:prstGeom>
          <a:noFill/>
          <a:ln>
            <a:noFill/>
          </a:ln>
        </p:spPr>
        <p:txBody>
          <a:bodyPr anchorCtr="0" anchor="t" bIns="0" lIns="0" spcFirstLastPara="1" rIns="0" wrap="square" tIns="0">
            <a:spAutoFit/>
          </a:bodyPr>
          <a:lstStyle/>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Statements are easy to read</a:t>
            </a:r>
            <a:endParaRPr b="0" i="0" sz="1400" u="none" cap="none" strike="noStrike">
              <a:solidFill>
                <a:srgbClr val="000000"/>
              </a:solidFill>
              <a:latin typeface="Arial"/>
              <a:ea typeface="Arial"/>
              <a:cs typeface="Arial"/>
              <a:sym typeface="Arial"/>
            </a:endParaRPr>
          </a:p>
        </p:txBody>
      </p:sp>
      <p:sp>
        <p:nvSpPr>
          <p:cNvPr id="199" name="Google Shape;199;p8"/>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0" name="Google Shape;200;p8"/>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1" name="Google Shape;201;p8"/>
          <p:cNvSpPr/>
          <p:nvPr/>
        </p:nvSpPr>
        <p:spPr>
          <a:xfrm>
            <a:off x="2054456" y="2808753"/>
            <a:ext cx="5644687" cy="2699988"/>
          </a:xfrm>
          <a:custGeom>
            <a:rect b="b" l="l" r="r" t="t"/>
            <a:pathLst>
              <a:path extrusionOk="0" h="1697694" w="4583774">
                <a:moveTo>
                  <a:pt x="0" y="0"/>
                </a:moveTo>
                <a:lnTo>
                  <a:pt x="4583774" y="0"/>
                </a:lnTo>
                <a:lnTo>
                  <a:pt x="4583774" y="1697694"/>
                </a:lnTo>
                <a:lnTo>
                  <a:pt x="0" y="169769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grpSp>
        <p:nvGrpSpPr>
          <p:cNvPr id="210" name="Google Shape;210;p9"/>
          <p:cNvGrpSpPr/>
          <p:nvPr/>
        </p:nvGrpSpPr>
        <p:grpSpPr>
          <a:xfrm>
            <a:off x="487680" y="2976563"/>
            <a:ext cx="8778240" cy="1290638"/>
            <a:chOff x="0" y="-95250"/>
            <a:chExt cx="11704320" cy="1720850"/>
          </a:xfrm>
        </p:grpSpPr>
        <p:sp>
          <p:nvSpPr>
            <p:cNvPr id="211" name="Google Shape;211;p9"/>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2" name="Google Shape;212;p9"/>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Variables and Data Types</a:t>
              </a:r>
              <a:endParaRPr b="0" i="0" sz="1400" u="none" cap="none" strike="noStrike">
                <a:solidFill>
                  <a:srgbClr val="000000"/>
                </a:solidFill>
                <a:latin typeface="Arial"/>
                <a:ea typeface="Arial"/>
                <a:cs typeface="Arial"/>
                <a:sym typeface="Arial"/>
              </a:endParaRPr>
            </a:p>
          </p:txBody>
        </p:sp>
      </p:grpSp>
      <p:sp>
        <p:nvSpPr>
          <p:cNvPr id="213" name="Google Shape;213;p9"/>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4" name="Google Shape;214;p9"/>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grpSp>
        <p:nvGrpSpPr>
          <p:cNvPr id="223" name="Google Shape;223;p10"/>
          <p:cNvGrpSpPr/>
          <p:nvPr/>
        </p:nvGrpSpPr>
        <p:grpSpPr>
          <a:xfrm>
            <a:off x="487680" y="221514"/>
            <a:ext cx="8778240" cy="1290638"/>
            <a:chOff x="0" y="-95250"/>
            <a:chExt cx="11704320" cy="1720850"/>
          </a:xfrm>
        </p:grpSpPr>
        <p:sp>
          <p:nvSpPr>
            <p:cNvPr id="224" name="Google Shape;224;p10"/>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5" name="Google Shape;225;p10"/>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Variables and Data Types</a:t>
              </a:r>
              <a:endParaRPr b="0" i="0" sz="1400" u="none" cap="none" strike="noStrike">
                <a:solidFill>
                  <a:srgbClr val="000000"/>
                </a:solidFill>
                <a:latin typeface="Arial"/>
                <a:ea typeface="Arial"/>
                <a:cs typeface="Arial"/>
                <a:sym typeface="Arial"/>
              </a:endParaRPr>
            </a:p>
          </p:txBody>
        </p:sp>
      </p:grpSp>
      <p:sp>
        <p:nvSpPr>
          <p:cNvPr id="226" name="Google Shape;226;p10"/>
          <p:cNvSpPr txBox="1"/>
          <p:nvPr/>
        </p:nvSpPr>
        <p:spPr>
          <a:xfrm>
            <a:off x="581025" y="1685925"/>
            <a:ext cx="8601075" cy="581025"/>
          </a:xfrm>
          <a:prstGeom prst="rect">
            <a:avLst/>
          </a:prstGeom>
          <a:noFill/>
          <a:ln>
            <a:noFill/>
          </a:ln>
        </p:spPr>
        <p:txBody>
          <a:bodyPr anchorCtr="0" anchor="t" bIns="0" lIns="0" spcFirstLastPara="1" rIns="0" wrap="square" tIns="0">
            <a:spAutoFit/>
          </a:bodyPr>
          <a:lstStyle/>
          <a:p>
            <a:pPr indent="-216472" lvl="1" marL="438843" marR="0" rtl="0" algn="l">
              <a:lnSpc>
                <a:spcPct val="120035"/>
              </a:lnSpc>
              <a:spcBef>
                <a:spcPts val="0"/>
              </a:spcBef>
              <a:spcAft>
                <a:spcPts val="0"/>
              </a:spcAft>
              <a:buClr>
                <a:srgbClr val="000000"/>
              </a:buClr>
              <a:buSzPts val="3409"/>
              <a:buFont typeface="Arial"/>
              <a:buChar char="•"/>
            </a:pPr>
            <a:r>
              <a:rPr b="0" i="0" lang="en-US" sz="3410" u="none" cap="none" strike="noStrike">
                <a:solidFill>
                  <a:srgbClr val="000000"/>
                </a:solidFill>
                <a:latin typeface="Calibri"/>
                <a:ea typeface="Calibri"/>
                <a:cs typeface="Calibri"/>
                <a:sym typeface="Calibri"/>
              </a:rPr>
              <a:t>String</a:t>
            </a:r>
            <a:endParaRPr b="0" i="0" sz="1400" u="none" cap="none" strike="noStrike">
              <a:solidFill>
                <a:srgbClr val="000000"/>
              </a:solidFill>
              <a:latin typeface="Arial"/>
              <a:ea typeface="Arial"/>
              <a:cs typeface="Arial"/>
              <a:sym typeface="Arial"/>
            </a:endParaRPr>
          </a:p>
        </p:txBody>
      </p:sp>
      <p:sp>
        <p:nvSpPr>
          <p:cNvPr id="227" name="Google Shape;227;p10"/>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8" name="Google Shape;228;p10"/>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9" name="Google Shape;229;p10"/>
          <p:cNvSpPr/>
          <p:nvPr/>
        </p:nvSpPr>
        <p:spPr>
          <a:xfrm>
            <a:off x="2620233" y="3138102"/>
            <a:ext cx="4513135" cy="1038995"/>
          </a:xfrm>
          <a:custGeom>
            <a:rect b="b" l="l" r="r" t="t"/>
            <a:pathLst>
              <a:path extrusionOk="0" h="1038995" w="4513135">
                <a:moveTo>
                  <a:pt x="0" y="0"/>
                </a:moveTo>
                <a:lnTo>
                  <a:pt x="4513134" y="0"/>
                </a:lnTo>
                <a:lnTo>
                  <a:pt x="4513134" y="1038996"/>
                </a:lnTo>
                <a:lnTo>
                  <a:pt x="0" y="1038996"/>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grpSp>
        <p:nvGrpSpPr>
          <p:cNvPr id="238" name="Google Shape;238;p11"/>
          <p:cNvGrpSpPr/>
          <p:nvPr/>
        </p:nvGrpSpPr>
        <p:grpSpPr>
          <a:xfrm>
            <a:off x="487680" y="221514"/>
            <a:ext cx="8778240" cy="1290638"/>
            <a:chOff x="0" y="-95250"/>
            <a:chExt cx="11704320" cy="1720850"/>
          </a:xfrm>
        </p:grpSpPr>
        <p:sp>
          <p:nvSpPr>
            <p:cNvPr id="239" name="Google Shape;239;p11"/>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0" name="Google Shape;240;p11"/>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Variables and Data Types</a:t>
              </a:r>
              <a:endParaRPr b="0" i="0" sz="1400" u="none" cap="none" strike="noStrike">
                <a:solidFill>
                  <a:srgbClr val="000000"/>
                </a:solidFill>
                <a:latin typeface="Arial"/>
                <a:ea typeface="Arial"/>
                <a:cs typeface="Arial"/>
                <a:sym typeface="Arial"/>
              </a:endParaRPr>
            </a:p>
          </p:txBody>
        </p:sp>
      </p:grpSp>
      <p:sp>
        <p:nvSpPr>
          <p:cNvPr id="241" name="Google Shape;241;p11"/>
          <p:cNvSpPr txBox="1"/>
          <p:nvPr/>
        </p:nvSpPr>
        <p:spPr>
          <a:xfrm>
            <a:off x="581025" y="1685925"/>
            <a:ext cx="8601075" cy="1095375"/>
          </a:xfrm>
          <a:prstGeom prst="rect">
            <a:avLst/>
          </a:prstGeom>
          <a:noFill/>
          <a:ln>
            <a:noFill/>
          </a:ln>
        </p:spPr>
        <p:txBody>
          <a:bodyPr anchorCtr="0" anchor="t" bIns="0" lIns="0" spcFirstLastPara="1" rIns="0" wrap="square" tIns="0">
            <a:spAutoFit/>
          </a:bodyPr>
          <a:lstStyle/>
          <a:p>
            <a:pPr indent="-216472" lvl="1" marL="438843" marR="0" rtl="0" algn="l">
              <a:lnSpc>
                <a:spcPct val="120035"/>
              </a:lnSpc>
              <a:spcBef>
                <a:spcPts val="0"/>
              </a:spcBef>
              <a:spcAft>
                <a:spcPts val="0"/>
              </a:spcAft>
              <a:buClr>
                <a:srgbClr val="000000"/>
              </a:buClr>
              <a:buSzPts val="3409"/>
              <a:buFont typeface="Arial"/>
              <a:buChar char="•"/>
            </a:pPr>
            <a:r>
              <a:rPr b="0" i="0" lang="en-US" sz="3410" u="none" cap="none" strike="noStrike">
                <a:solidFill>
                  <a:srgbClr val="000000"/>
                </a:solidFill>
                <a:latin typeface="Calibri"/>
                <a:ea typeface="Calibri"/>
                <a:cs typeface="Calibri"/>
                <a:sym typeface="Calibri"/>
              </a:rPr>
              <a:t>Integer</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3410"/>
              <a:buFont typeface="Arial"/>
              <a:buNone/>
            </a:pPr>
            <a:r>
              <a:t/>
            </a:r>
            <a:endParaRPr b="0" i="0" sz="3410" u="none" cap="none" strike="noStrike">
              <a:solidFill>
                <a:srgbClr val="000000"/>
              </a:solidFill>
              <a:latin typeface="Calibri"/>
              <a:ea typeface="Calibri"/>
              <a:cs typeface="Calibri"/>
              <a:sym typeface="Calibri"/>
            </a:endParaRPr>
          </a:p>
        </p:txBody>
      </p:sp>
      <p:sp>
        <p:nvSpPr>
          <p:cNvPr id="242" name="Google Shape;242;p11"/>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p11"/>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4" name="Google Shape;244;p11"/>
          <p:cNvSpPr/>
          <p:nvPr/>
        </p:nvSpPr>
        <p:spPr>
          <a:xfrm>
            <a:off x="2661265" y="2873340"/>
            <a:ext cx="4431071" cy="1568521"/>
          </a:xfrm>
          <a:custGeom>
            <a:rect b="b" l="l" r="r" t="t"/>
            <a:pathLst>
              <a:path extrusionOk="0" h="1568521" w="4431071">
                <a:moveTo>
                  <a:pt x="0" y="0"/>
                </a:moveTo>
                <a:lnTo>
                  <a:pt x="4431070" y="0"/>
                </a:lnTo>
                <a:lnTo>
                  <a:pt x="4431070" y="1568520"/>
                </a:lnTo>
                <a:lnTo>
                  <a:pt x="0" y="156852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grpSp>
        <p:nvGrpSpPr>
          <p:cNvPr id="253" name="Google Shape;253;p12"/>
          <p:cNvGrpSpPr/>
          <p:nvPr/>
        </p:nvGrpSpPr>
        <p:grpSpPr>
          <a:xfrm>
            <a:off x="487680" y="221514"/>
            <a:ext cx="8778240" cy="1290638"/>
            <a:chOff x="0" y="-95250"/>
            <a:chExt cx="11704320" cy="1720850"/>
          </a:xfrm>
        </p:grpSpPr>
        <p:sp>
          <p:nvSpPr>
            <p:cNvPr id="254" name="Google Shape;254;p12"/>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5" name="Google Shape;255;p12"/>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Variables and Data Types</a:t>
              </a:r>
              <a:endParaRPr b="0" i="0" sz="1400" u="none" cap="none" strike="noStrike">
                <a:solidFill>
                  <a:srgbClr val="000000"/>
                </a:solidFill>
                <a:latin typeface="Arial"/>
                <a:ea typeface="Arial"/>
                <a:cs typeface="Arial"/>
                <a:sym typeface="Arial"/>
              </a:endParaRPr>
            </a:p>
          </p:txBody>
        </p:sp>
      </p:grpSp>
      <p:sp>
        <p:nvSpPr>
          <p:cNvPr id="256" name="Google Shape;256;p12"/>
          <p:cNvSpPr txBox="1"/>
          <p:nvPr/>
        </p:nvSpPr>
        <p:spPr>
          <a:xfrm>
            <a:off x="581025" y="1217097"/>
            <a:ext cx="8601075" cy="1095375"/>
          </a:xfrm>
          <a:prstGeom prst="rect">
            <a:avLst/>
          </a:prstGeom>
          <a:noFill/>
          <a:ln>
            <a:noFill/>
          </a:ln>
        </p:spPr>
        <p:txBody>
          <a:bodyPr anchorCtr="0" anchor="t" bIns="0" lIns="0" spcFirstLastPara="1" rIns="0" wrap="square" tIns="0">
            <a:spAutoFit/>
          </a:bodyPr>
          <a:lstStyle/>
          <a:p>
            <a:pPr indent="0" lvl="0" marL="0" marR="0" rtl="0" algn="l">
              <a:lnSpc>
                <a:spcPct val="227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216472" lvl="1" marL="438843" marR="0" rtl="0" algn="l">
              <a:lnSpc>
                <a:spcPct val="120035"/>
              </a:lnSpc>
              <a:spcBef>
                <a:spcPts val="0"/>
              </a:spcBef>
              <a:spcAft>
                <a:spcPts val="0"/>
              </a:spcAft>
              <a:buClr>
                <a:srgbClr val="000000"/>
              </a:buClr>
              <a:buSzPts val="3409"/>
              <a:buFont typeface="Arial"/>
              <a:buChar char="•"/>
            </a:pPr>
            <a:r>
              <a:rPr b="0" i="0" lang="en-US" sz="3410" u="none" cap="none" strike="noStrike">
                <a:solidFill>
                  <a:srgbClr val="000000"/>
                </a:solidFill>
                <a:latin typeface="Calibri"/>
                <a:ea typeface="Calibri"/>
                <a:cs typeface="Calibri"/>
                <a:sym typeface="Calibri"/>
              </a:rPr>
              <a:t>Float</a:t>
            </a:r>
            <a:endParaRPr b="0" i="0" sz="1400" u="none" cap="none" strike="noStrike">
              <a:solidFill>
                <a:srgbClr val="000000"/>
              </a:solidFill>
              <a:latin typeface="Arial"/>
              <a:ea typeface="Arial"/>
              <a:cs typeface="Arial"/>
              <a:sym typeface="Arial"/>
            </a:endParaRPr>
          </a:p>
        </p:txBody>
      </p:sp>
      <p:sp>
        <p:nvSpPr>
          <p:cNvPr id="257" name="Google Shape;257;p12"/>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8" name="Google Shape;258;p12"/>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9" name="Google Shape;259;p12"/>
          <p:cNvSpPr/>
          <p:nvPr/>
        </p:nvSpPr>
        <p:spPr>
          <a:xfrm>
            <a:off x="2600160" y="3088440"/>
            <a:ext cx="4553281" cy="1138320"/>
          </a:xfrm>
          <a:custGeom>
            <a:rect b="b" l="l" r="r" t="t"/>
            <a:pathLst>
              <a:path extrusionOk="0" h="1138320" w="4553281">
                <a:moveTo>
                  <a:pt x="0" y="0"/>
                </a:moveTo>
                <a:lnTo>
                  <a:pt x="4553280" y="0"/>
                </a:lnTo>
                <a:lnTo>
                  <a:pt x="4553280" y="1138320"/>
                </a:lnTo>
                <a:lnTo>
                  <a:pt x="0" y="113832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grpSp>
        <p:nvGrpSpPr>
          <p:cNvPr id="268" name="Google Shape;268;p13"/>
          <p:cNvGrpSpPr/>
          <p:nvPr/>
        </p:nvGrpSpPr>
        <p:grpSpPr>
          <a:xfrm>
            <a:off x="487680" y="221514"/>
            <a:ext cx="8778240" cy="1290638"/>
            <a:chOff x="0" y="-95250"/>
            <a:chExt cx="11704320" cy="1720850"/>
          </a:xfrm>
        </p:grpSpPr>
        <p:sp>
          <p:nvSpPr>
            <p:cNvPr id="269" name="Google Shape;269;p13"/>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0" name="Google Shape;270;p13"/>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Variables and Data Types</a:t>
              </a:r>
              <a:endParaRPr b="0" i="0" sz="1400" u="none" cap="none" strike="noStrike">
                <a:solidFill>
                  <a:srgbClr val="000000"/>
                </a:solidFill>
                <a:latin typeface="Arial"/>
                <a:ea typeface="Arial"/>
                <a:cs typeface="Arial"/>
                <a:sym typeface="Arial"/>
              </a:endParaRPr>
            </a:p>
          </p:txBody>
        </p:sp>
      </p:grpSp>
      <p:sp>
        <p:nvSpPr>
          <p:cNvPr id="271" name="Google Shape;271;p13"/>
          <p:cNvSpPr txBox="1"/>
          <p:nvPr/>
        </p:nvSpPr>
        <p:spPr>
          <a:xfrm>
            <a:off x="581025" y="1685925"/>
            <a:ext cx="8601075" cy="581025"/>
          </a:xfrm>
          <a:prstGeom prst="rect">
            <a:avLst/>
          </a:prstGeom>
          <a:noFill/>
          <a:ln>
            <a:noFill/>
          </a:ln>
        </p:spPr>
        <p:txBody>
          <a:bodyPr anchorCtr="0" anchor="t" bIns="0" lIns="0" spcFirstLastPara="1" rIns="0" wrap="square" tIns="0">
            <a:spAutoFit/>
          </a:bodyPr>
          <a:lstStyle/>
          <a:p>
            <a:pPr indent="-216472" lvl="1" marL="438843" marR="0" rtl="0" algn="l">
              <a:lnSpc>
                <a:spcPct val="120035"/>
              </a:lnSpc>
              <a:spcBef>
                <a:spcPts val="0"/>
              </a:spcBef>
              <a:spcAft>
                <a:spcPts val="0"/>
              </a:spcAft>
              <a:buClr>
                <a:srgbClr val="000000"/>
              </a:buClr>
              <a:buSzPts val="3409"/>
              <a:buFont typeface="Arial"/>
              <a:buChar char="•"/>
            </a:pPr>
            <a:r>
              <a:rPr b="0" i="0" lang="en-US" sz="3410" u="none" cap="none" strike="noStrike">
                <a:solidFill>
                  <a:srgbClr val="000000"/>
                </a:solidFill>
                <a:latin typeface="Calibri"/>
                <a:ea typeface="Calibri"/>
                <a:cs typeface="Calibri"/>
                <a:sym typeface="Calibri"/>
              </a:rPr>
              <a:t>Boolean</a:t>
            </a:r>
            <a:endParaRPr b="0" i="0" sz="1400" u="none" cap="none" strike="noStrike">
              <a:solidFill>
                <a:srgbClr val="000000"/>
              </a:solidFill>
              <a:latin typeface="Arial"/>
              <a:ea typeface="Arial"/>
              <a:cs typeface="Arial"/>
              <a:sym typeface="Arial"/>
            </a:endParaRPr>
          </a:p>
        </p:txBody>
      </p:sp>
      <p:sp>
        <p:nvSpPr>
          <p:cNvPr id="272" name="Google Shape;272;p13"/>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3" name="Google Shape;273;p13"/>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4" name="Google Shape;274;p13"/>
          <p:cNvSpPr/>
          <p:nvPr/>
        </p:nvSpPr>
        <p:spPr>
          <a:xfrm>
            <a:off x="2563844" y="3158212"/>
            <a:ext cx="4625912" cy="998776"/>
          </a:xfrm>
          <a:custGeom>
            <a:rect b="b" l="l" r="r" t="t"/>
            <a:pathLst>
              <a:path extrusionOk="0" h="998776" w="4625912">
                <a:moveTo>
                  <a:pt x="0" y="0"/>
                </a:moveTo>
                <a:lnTo>
                  <a:pt x="4625912" y="0"/>
                </a:lnTo>
                <a:lnTo>
                  <a:pt x="4625912" y="998776"/>
                </a:lnTo>
                <a:lnTo>
                  <a:pt x="0" y="998776"/>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grpSp>
        <p:nvGrpSpPr>
          <p:cNvPr id="283" name="Google Shape;283;p14"/>
          <p:cNvGrpSpPr/>
          <p:nvPr/>
        </p:nvGrpSpPr>
        <p:grpSpPr>
          <a:xfrm>
            <a:off x="487680" y="221514"/>
            <a:ext cx="8778240" cy="1290638"/>
            <a:chOff x="0" y="-95250"/>
            <a:chExt cx="11704320" cy="1720850"/>
          </a:xfrm>
        </p:grpSpPr>
        <p:sp>
          <p:nvSpPr>
            <p:cNvPr id="284" name="Google Shape;284;p14"/>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5" name="Google Shape;285;p14"/>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Variables and Data Types</a:t>
              </a:r>
              <a:endParaRPr b="0" i="0" sz="1400" u="none" cap="none" strike="noStrike">
                <a:solidFill>
                  <a:srgbClr val="000000"/>
                </a:solidFill>
                <a:latin typeface="Arial"/>
                <a:ea typeface="Arial"/>
                <a:cs typeface="Arial"/>
                <a:sym typeface="Arial"/>
              </a:endParaRPr>
            </a:p>
          </p:txBody>
        </p:sp>
      </p:grpSp>
      <p:sp>
        <p:nvSpPr>
          <p:cNvPr id="286" name="Google Shape;286;p14"/>
          <p:cNvSpPr txBox="1"/>
          <p:nvPr/>
        </p:nvSpPr>
        <p:spPr>
          <a:xfrm>
            <a:off x="581025" y="1685925"/>
            <a:ext cx="8601075" cy="581025"/>
          </a:xfrm>
          <a:prstGeom prst="rect">
            <a:avLst/>
          </a:prstGeom>
          <a:noFill/>
          <a:ln>
            <a:noFill/>
          </a:ln>
        </p:spPr>
        <p:txBody>
          <a:bodyPr anchorCtr="0" anchor="t" bIns="0" lIns="0" spcFirstLastPara="1" rIns="0" wrap="square" tIns="0">
            <a:spAutoFit/>
          </a:bodyPr>
          <a:lstStyle/>
          <a:p>
            <a:pPr indent="-216472" lvl="1" marL="438843" marR="0" rtl="0" algn="l">
              <a:lnSpc>
                <a:spcPct val="120035"/>
              </a:lnSpc>
              <a:spcBef>
                <a:spcPts val="0"/>
              </a:spcBef>
              <a:spcAft>
                <a:spcPts val="0"/>
              </a:spcAft>
              <a:buClr>
                <a:srgbClr val="000000"/>
              </a:buClr>
              <a:buSzPts val="3409"/>
              <a:buFont typeface="Arial"/>
              <a:buChar char="•"/>
            </a:pPr>
            <a:r>
              <a:rPr b="0" i="0" lang="en-US" sz="3410" u="none" cap="none" strike="noStrike">
                <a:solidFill>
                  <a:srgbClr val="000000"/>
                </a:solidFill>
                <a:latin typeface="Calibri"/>
                <a:ea typeface="Calibri"/>
                <a:cs typeface="Calibri"/>
                <a:sym typeface="Calibri"/>
              </a:rPr>
              <a:t>Lists, Tuples, Dictionaries</a:t>
            </a:r>
            <a:endParaRPr b="0" i="0" sz="1400" u="none" cap="none" strike="noStrike">
              <a:solidFill>
                <a:srgbClr val="000000"/>
              </a:solidFill>
              <a:latin typeface="Arial"/>
              <a:ea typeface="Arial"/>
              <a:cs typeface="Arial"/>
              <a:sym typeface="Arial"/>
            </a:endParaRPr>
          </a:p>
        </p:txBody>
      </p:sp>
      <p:sp>
        <p:nvSpPr>
          <p:cNvPr id="287" name="Google Shape;287;p14"/>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8" name="Google Shape;288;p14"/>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9" name="Google Shape;289;p14"/>
          <p:cNvSpPr/>
          <p:nvPr/>
        </p:nvSpPr>
        <p:spPr>
          <a:xfrm>
            <a:off x="1488836" y="3288702"/>
            <a:ext cx="7139263" cy="737796"/>
          </a:xfrm>
          <a:custGeom>
            <a:rect b="b" l="l" r="r" t="t"/>
            <a:pathLst>
              <a:path extrusionOk="0" h="737796" w="7139263">
                <a:moveTo>
                  <a:pt x="0" y="0"/>
                </a:moveTo>
                <a:lnTo>
                  <a:pt x="7139263" y="0"/>
                </a:lnTo>
                <a:lnTo>
                  <a:pt x="7139263" y="737796"/>
                </a:lnTo>
                <a:lnTo>
                  <a:pt x="0" y="737796"/>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5"/>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9" name="Google Shape;299;p15"/>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0" name="Google Shape;300;p15"/>
          <p:cNvSpPr txBox="1"/>
          <p:nvPr/>
        </p:nvSpPr>
        <p:spPr>
          <a:xfrm>
            <a:off x="1270767" y="1970990"/>
            <a:ext cx="7212066" cy="3152775"/>
          </a:xfrm>
          <a:prstGeom prst="rect">
            <a:avLst/>
          </a:prstGeom>
          <a:noFill/>
          <a:ln>
            <a:noFill/>
          </a:ln>
        </p:spPr>
        <p:txBody>
          <a:bodyPr anchorCtr="0" anchor="t" bIns="0" lIns="0" spcFirstLastPara="1" rIns="0" wrap="square" tIns="0">
            <a:spAutoFit/>
          </a:bodyPr>
          <a:lstStyle/>
          <a:p>
            <a:pPr indent="0" lvl="0" marL="0" marR="0" rtl="0" algn="ctr">
              <a:lnSpc>
                <a:spcPct val="119982"/>
              </a:lnSpc>
              <a:spcBef>
                <a:spcPts val="0"/>
              </a:spcBef>
              <a:spcAft>
                <a:spcPts val="0"/>
              </a:spcAft>
              <a:buClr>
                <a:srgbClr val="000000"/>
              </a:buClr>
              <a:buSzPts val="3413"/>
              <a:buFont typeface="Arial"/>
              <a:buNone/>
            </a:pPr>
            <a:r>
              <a:rPr b="0" i="0" lang="en-US" sz="3413" u="none" cap="none" strike="noStrike">
                <a:solidFill>
                  <a:srgbClr val="000000"/>
                </a:solidFill>
                <a:latin typeface="Calibri"/>
                <a:ea typeface="Calibri"/>
                <a:cs typeface="Calibri"/>
                <a:sym typeface="Calibri"/>
              </a:rPr>
              <a:t>Tandaan! </a:t>
            </a:r>
            <a:endParaRPr b="0" i="0" sz="1400" u="none" cap="none" strike="noStrike">
              <a:solidFill>
                <a:srgbClr val="000000"/>
              </a:solidFill>
              <a:latin typeface="Arial"/>
              <a:ea typeface="Arial"/>
              <a:cs typeface="Arial"/>
              <a:sym typeface="Arial"/>
            </a:endParaRPr>
          </a:p>
          <a:p>
            <a:pPr indent="0" lvl="0" marL="0" marR="0" rtl="0" algn="ctr">
              <a:lnSpc>
                <a:spcPct val="119982"/>
              </a:lnSpc>
              <a:spcBef>
                <a:spcPts val="0"/>
              </a:spcBef>
              <a:spcAft>
                <a:spcPts val="0"/>
              </a:spcAft>
              <a:buClr>
                <a:srgbClr val="000000"/>
              </a:buClr>
              <a:buSzPts val="3413"/>
              <a:buFont typeface="Arial"/>
              <a:buNone/>
            </a:pPr>
            <a:r>
              <a:rPr b="0" i="0" lang="en-US" sz="3413" u="none" cap="none" strike="noStrike">
                <a:solidFill>
                  <a:srgbClr val="000000"/>
                </a:solidFill>
                <a:latin typeface="Calibri"/>
                <a:ea typeface="Calibri"/>
                <a:cs typeface="Calibri"/>
                <a:sym typeface="Calibri"/>
              </a:rPr>
              <a:t>Ang syntax ay parang grammar ng programming. Kapag tama ang syntax, naiintindihan ng Python ang gusto nating ipagawa. Kapag mali, error ang makukuha natin.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grpSp>
        <p:nvGrpSpPr>
          <p:cNvPr id="309" name="Google Shape;309;p16"/>
          <p:cNvGrpSpPr/>
          <p:nvPr/>
        </p:nvGrpSpPr>
        <p:grpSpPr>
          <a:xfrm>
            <a:off x="487680" y="2976563"/>
            <a:ext cx="8778240" cy="1290638"/>
            <a:chOff x="0" y="-95250"/>
            <a:chExt cx="11704320" cy="1720850"/>
          </a:xfrm>
        </p:grpSpPr>
        <p:sp>
          <p:nvSpPr>
            <p:cNvPr id="310" name="Google Shape;310;p16"/>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1" name="Google Shape;311;p16"/>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Input and Output</a:t>
              </a:r>
              <a:endParaRPr b="0" i="0" sz="1400" u="none" cap="none" strike="noStrike">
                <a:solidFill>
                  <a:srgbClr val="000000"/>
                </a:solidFill>
                <a:latin typeface="Arial"/>
                <a:ea typeface="Arial"/>
                <a:cs typeface="Arial"/>
                <a:sym typeface="Arial"/>
              </a:endParaRPr>
            </a:p>
          </p:txBody>
        </p:sp>
      </p:grpSp>
      <p:sp>
        <p:nvSpPr>
          <p:cNvPr id="312" name="Google Shape;312;p16"/>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3" name="Google Shape;313;p16"/>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E8EAFF"/>
            </a:gs>
          </a:gsLst>
          <a:lin ang="5400000" scaled="0"/>
        </a:gradFill>
      </p:bgPr>
    </p:bg>
    <p:spTree>
      <p:nvGrpSpPr>
        <p:cNvPr id="321" name="Shape 321"/>
        <p:cNvGrpSpPr/>
        <p:nvPr/>
      </p:nvGrpSpPr>
      <p:grpSpPr>
        <a:xfrm>
          <a:off x="0" y="0"/>
          <a:ext cx="0" cy="0"/>
          <a:chOff x="0" y="0"/>
          <a:chExt cx="0" cy="0"/>
        </a:xfrm>
      </p:grpSpPr>
      <p:grpSp>
        <p:nvGrpSpPr>
          <p:cNvPr id="322" name="Google Shape;322;p17"/>
          <p:cNvGrpSpPr/>
          <p:nvPr/>
        </p:nvGrpSpPr>
        <p:grpSpPr>
          <a:xfrm>
            <a:off x="487680" y="221514"/>
            <a:ext cx="8778240" cy="1290638"/>
            <a:chOff x="0" y="-95250"/>
            <a:chExt cx="11704320" cy="1720850"/>
          </a:xfrm>
        </p:grpSpPr>
        <p:sp>
          <p:nvSpPr>
            <p:cNvPr id="323" name="Google Shape;323;p17"/>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4" name="Google Shape;324;p17"/>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Input and Output</a:t>
              </a:r>
              <a:endParaRPr b="0" i="0" sz="1400" u="none" cap="none" strike="noStrike">
                <a:solidFill>
                  <a:srgbClr val="000000"/>
                </a:solidFill>
                <a:latin typeface="Arial"/>
                <a:ea typeface="Arial"/>
                <a:cs typeface="Arial"/>
                <a:sym typeface="Arial"/>
              </a:endParaRPr>
            </a:p>
          </p:txBody>
        </p:sp>
      </p:grpSp>
      <p:sp>
        <p:nvSpPr>
          <p:cNvPr id="325" name="Google Shape;325;p17"/>
          <p:cNvSpPr txBox="1"/>
          <p:nvPr/>
        </p:nvSpPr>
        <p:spPr>
          <a:xfrm>
            <a:off x="579120" y="1685925"/>
            <a:ext cx="8595360" cy="4802934"/>
          </a:xfrm>
          <a:prstGeom prst="rect">
            <a:avLst/>
          </a:prstGeom>
          <a:noFill/>
          <a:ln>
            <a:noFill/>
          </a:ln>
        </p:spPr>
        <p:txBody>
          <a:bodyPr anchorCtr="0" anchor="t" bIns="0" lIns="0" spcFirstLastPara="1" rIns="0" wrap="square" tIns="0">
            <a:spAutoFit/>
          </a:bodyPr>
          <a:lstStyle/>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print() for output</a:t>
            </a:r>
            <a:endParaRPr b="0" i="0" sz="1400" u="none" cap="none" strike="noStrike">
              <a:solidFill>
                <a:srgbClr val="000000"/>
              </a:solidFill>
              <a:latin typeface="Arial"/>
              <a:ea typeface="Arial"/>
              <a:cs typeface="Arial"/>
              <a:sym typeface="Arial"/>
            </a:endParaRPr>
          </a:p>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input() for user input</a:t>
            </a:r>
            <a:endParaRPr b="0" i="0" sz="1400" u="none" cap="none" strike="noStrike">
              <a:solidFill>
                <a:srgbClr val="000000"/>
              </a:solidFill>
              <a:latin typeface="Arial"/>
              <a:ea typeface="Arial"/>
              <a:cs typeface="Arial"/>
              <a:sym typeface="Arial"/>
            </a:endParaRPr>
          </a:p>
        </p:txBody>
      </p:sp>
      <p:sp>
        <p:nvSpPr>
          <p:cNvPr id="326" name="Google Shape;326;p17"/>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17"/>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grpSp>
        <p:nvGrpSpPr>
          <p:cNvPr id="336" name="Google Shape;336;p18"/>
          <p:cNvGrpSpPr/>
          <p:nvPr/>
        </p:nvGrpSpPr>
        <p:grpSpPr>
          <a:xfrm>
            <a:off x="487680" y="221514"/>
            <a:ext cx="8778240" cy="1290638"/>
            <a:chOff x="0" y="-95250"/>
            <a:chExt cx="11704320" cy="1720850"/>
          </a:xfrm>
        </p:grpSpPr>
        <p:sp>
          <p:nvSpPr>
            <p:cNvPr id="337" name="Google Shape;337;p18"/>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8" name="Google Shape;338;p18"/>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p:txBody>
        </p:sp>
      </p:grpSp>
      <p:sp>
        <p:nvSpPr>
          <p:cNvPr id="339" name="Google Shape;339;p18"/>
          <p:cNvSpPr txBox="1"/>
          <p:nvPr/>
        </p:nvSpPr>
        <p:spPr>
          <a:xfrm>
            <a:off x="579120" y="1685925"/>
            <a:ext cx="8595360" cy="581025"/>
          </a:xfrm>
          <a:prstGeom prst="rect">
            <a:avLst/>
          </a:prstGeom>
          <a:noFill/>
          <a:ln>
            <a:noFill/>
          </a:ln>
        </p:spPr>
        <p:txBody>
          <a:bodyPr anchorCtr="0" anchor="t" bIns="0" lIns="0" spcFirstLastPara="1" rIns="0" wrap="square" tIns="0">
            <a:spAutoFit/>
          </a:bodyPr>
          <a:lstStyle/>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print() for output</a:t>
            </a:r>
            <a:endParaRPr b="0" i="0" sz="1400" u="none" cap="none" strike="noStrike">
              <a:solidFill>
                <a:srgbClr val="000000"/>
              </a:solidFill>
              <a:latin typeface="Arial"/>
              <a:ea typeface="Arial"/>
              <a:cs typeface="Arial"/>
              <a:sym typeface="Arial"/>
            </a:endParaRPr>
          </a:p>
        </p:txBody>
      </p:sp>
      <p:sp>
        <p:nvSpPr>
          <p:cNvPr id="340" name="Google Shape;340;p18"/>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1" name="Google Shape;341;p18"/>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2" name="Google Shape;342;p18"/>
          <p:cNvSpPr/>
          <p:nvPr/>
        </p:nvSpPr>
        <p:spPr>
          <a:xfrm>
            <a:off x="2597481" y="2902428"/>
            <a:ext cx="4714105" cy="755172"/>
          </a:xfrm>
          <a:custGeom>
            <a:rect b="b" l="l" r="r" t="t"/>
            <a:pathLst>
              <a:path extrusionOk="0" h="755172" w="4714105">
                <a:moveTo>
                  <a:pt x="0" y="0"/>
                </a:moveTo>
                <a:lnTo>
                  <a:pt x="4714105" y="0"/>
                </a:lnTo>
                <a:lnTo>
                  <a:pt x="4714105" y="755172"/>
                </a:lnTo>
                <a:lnTo>
                  <a:pt x="0" y="75517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grpSp>
        <p:nvGrpSpPr>
          <p:cNvPr id="351" name="Google Shape;351;p19"/>
          <p:cNvGrpSpPr/>
          <p:nvPr/>
        </p:nvGrpSpPr>
        <p:grpSpPr>
          <a:xfrm>
            <a:off x="487680" y="221514"/>
            <a:ext cx="8778240" cy="1290638"/>
            <a:chOff x="0" y="-95250"/>
            <a:chExt cx="11704320" cy="1720850"/>
          </a:xfrm>
        </p:grpSpPr>
        <p:sp>
          <p:nvSpPr>
            <p:cNvPr id="352" name="Google Shape;352;p19"/>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3" name="Google Shape;353;p19"/>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p:txBody>
        </p:sp>
      </p:grpSp>
      <p:sp>
        <p:nvSpPr>
          <p:cNvPr id="354" name="Google Shape;354;p19"/>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5" name="Google Shape;355;p19"/>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6" name="Google Shape;356;p19"/>
          <p:cNvSpPr/>
          <p:nvPr/>
        </p:nvSpPr>
        <p:spPr>
          <a:xfrm>
            <a:off x="1973233" y="1512151"/>
            <a:ext cx="5807133" cy="4375607"/>
          </a:xfrm>
          <a:custGeom>
            <a:rect b="b" l="l" r="r" t="t"/>
            <a:pathLst>
              <a:path extrusionOk="0" h="4375607" w="5807133">
                <a:moveTo>
                  <a:pt x="0" y="0"/>
                </a:moveTo>
                <a:lnTo>
                  <a:pt x="5807134" y="0"/>
                </a:lnTo>
                <a:lnTo>
                  <a:pt x="5807134" y="4375607"/>
                </a:lnTo>
                <a:lnTo>
                  <a:pt x="0" y="437560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grpSp>
        <p:nvGrpSpPr>
          <p:cNvPr id="365" name="Google Shape;365;p20"/>
          <p:cNvGrpSpPr/>
          <p:nvPr/>
        </p:nvGrpSpPr>
        <p:grpSpPr>
          <a:xfrm>
            <a:off x="487680" y="221514"/>
            <a:ext cx="8778240" cy="1290638"/>
            <a:chOff x="0" y="-95250"/>
            <a:chExt cx="11704320" cy="1720850"/>
          </a:xfrm>
        </p:grpSpPr>
        <p:sp>
          <p:nvSpPr>
            <p:cNvPr id="366" name="Google Shape;366;p20"/>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7" name="Google Shape;367;p20"/>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p:txBody>
        </p:sp>
      </p:grpSp>
      <p:sp>
        <p:nvSpPr>
          <p:cNvPr id="368" name="Google Shape;368;p20"/>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9" name="Google Shape;369;p20"/>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0" name="Google Shape;370;p20"/>
          <p:cNvSpPr/>
          <p:nvPr/>
        </p:nvSpPr>
        <p:spPr>
          <a:xfrm>
            <a:off x="1782140" y="1292395"/>
            <a:ext cx="6189321" cy="4730410"/>
          </a:xfrm>
          <a:custGeom>
            <a:rect b="b" l="l" r="r" t="t"/>
            <a:pathLst>
              <a:path extrusionOk="0" h="4730410" w="6189321">
                <a:moveTo>
                  <a:pt x="0" y="0"/>
                </a:moveTo>
                <a:lnTo>
                  <a:pt x="6189320" y="0"/>
                </a:lnTo>
                <a:lnTo>
                  <a:pt x="6189320" y="4730410"/>
                </a:lnTo>
                <a:lnTo>
                  <a:pt x="0" y="47304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grpSp>
        <p:nvGrpSpPr>
          <p:cNvPr id="379" name="Google Shape;379;p21"/>
          <p:cNvGrpSpPr/>
          <p:nvPr/>
        </p:nvGrpSpPr>
        <p:grpSpPr>
          <a:xfrm>
            <a:off x="487680" y="221514"/>
            <a:ext cx="8778240" cy="1290638"/>
            <a:chOff x="0" y="-95250"/>
            <a:chExt cx="11704320" cy="1720850"/>
          </a:xfrm>
        </p:grpSpPr>
        <p:sp>
          <p:nvSpPr>
            <p:cNvPr id="380" name="Google Shape;380;p21"/>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1" name="Google Shape;381;p21"/>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p:txBody>
        </p:sp>
      </p:grpSp>
      <p:sp>
        <p:nvSpPr>
          <p:cNvPr id="382" name="Google Shape;382;p21"/>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3" name="Google Shape;383;p21"/>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4" name="Google Shape;384;p21"/>
          <p:cNvSpPr/>
          <p:nvPr/>
        </p:nvSpPr>
        <p:spPr>
          <a:xfrm>
            <a:off x="2233993" y="1323318"/>
            <a:ext cx="5504641" cy="5049590"/>
          </a:xfrm>
          <a:custGeom>
            <a:rect b="b" l="l" r="r" t="t"/>
            <a:pathLst>
              <a:path extrusionOk="0" h="5049590" w="5504641">
                <a:moveTo>
                  <a:pt x="0" y="0"/>
                </a:moveTo>
                <a:lnTo>
                  <a:pt x="5504640" y="0"/>
                </a:lnTo>
                <a:lnTo>
                  <a:pt x="5504640" y="5049590"/>
                </a:lnTo>
                <a:lnTo>
                  <a:pt x="0" y="504959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grpSp>
        <p:nvGrpSpPr>
          <p:cNvPr id="393" name="Google Shape;393;p22"/>
          <p:cNvGrpSpPr/>
          <p:nvPr/>
        </p:nvGrpSpPr>
        <p:grpSpPr>
          <a:xfrm>
            <a:off x="487680" y="221514"/>
            <a:ext cx="8778240" cy="1290638"/>
            <a:chOff x="0" y="-95250"/>
            <a:chExt cx="11704320" cy="1720850"/>
          </a:xfrm>
        </p:grpSpPr>
        <p:sp>
          <p:nvSpPr>
            <p:cNvPr id="394" name="Google Shape;394;p22"/>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5" name="Google Shape;395;p22"/>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p:txBody>
        </p:sp>
      </p:grpSp>
      <p:sp>
        <p:nvSpPr>
          <p:cNvPr id="396" name="Google Shape;396;p22"/>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7" name="Google Shape;397;p22"/>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8" name="Google Shape;398;p22"/>
          <p:cNvSpPr/>
          <p:nvPr/>
        </p:nvSpPr>
        <p:spPr>
          <a:xfrm>
            <a:off x="1457634" y="1383022"/>
            <a:ext cx="6838332" cy="4917780"/>
          </a:xfrm>
          <a:custGeom>
            <a:rect b="b" l="l" r="r" t="t"/>
            <a:pathLst>
              <a:path extrusionOk="0" h="4917780" w="6838332">
                <a:moveTo>
                  <a:pt x="0" y="0"/>
                </a:moveTo>
                <a:lnTo>
                  <a:pt x="6838332" y="0"/>
                </a:lnTo>
                <a:lnTo>
                  <a:pt x="6838332" y="4917780"/>
                </a:lnTo>
                <a:lnTo>
                  <a:pt x="0" y="491778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grpSp>
        <p:nvGrpSpPr>
          <p:cNvPr id="407" name="Google Shape;407;p23"/>
          <p:cNvGrpSpPr/>
          <p:nvPr/>
        </p:nvGrpSpPr>
        <p:grpSpPr>
          <a:xfrm>
            <a:off x="487680" y="221514"/>
            <a:ext cx="8778240" cy="1290638"/>
            <a:chOff x="0" y="-95250"/>
            <a:chExt cx="11704320" cy="1720850"/>
          </a:xfrm>
        </p:grpSpPr>
        <p:sp>
          <p:nvSpPr>
            <p:cNvPr id="408" name="Google Shape;408;p23"/>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9" name="Google Shape;409;p23"/>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Input() </a:t>
              </a:r>
              <a:endParaRPr b="0" i="0" sz="1400" u="none" cap="none" strike="noStrike">
                <a:solidFill>
                  <a:srgbClr val="000000"/>
                </a:solidFill>
                <a:latin typeface="Arial"/>
                <a:ea typeface="Arial"/>
                <a:cs typeface="Arial"/>
                <a:sym typeface="Arial"/>
              </a:endParaRPr>
            </a:p>
          </p:txBody>
        </p:sp>
      </p:grpSp>
      <p:sp>
        <p:nvSpPr>
          <p:cNvPr id="410" name="Google Shape;410;p23"/>
          <p:cNvSpPr txBox="1"/>
          <p:nvPr/>
        </p:nvSpPr>
        <p:spPr>
          <a:xfrm>
            <a:off x="579120" y="1685925"/>
            <a:ext cx="8595360" cy="581025"/>
          </a:xfrm>
          <a:prstGeom prst="rect">
            <a:avLst/>
          </a:prstGeom>
          <a:noFill/>
          <a:ln>
            <a:noFill/>
          </a:ln>
        </p:spPr>
        <p:txBody>
          <a:bodyPr anchorCtr="0" anchor="t" bIns="0" lIns="0" spcFirstLastPara="1" rIns="0" wrap="square" tIns="0">
            <a:spAutoFit/>
          </a:bodyPr>
          <a:lstStyle/>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name = input (“Enter your Name: ”)</a:t>
            </a:r>
            <a:endParaRPr b="0" i="0" sz="1400" u="none" cap="none" strike="noStrike">
              <a:solidFill>
                <a:srgbClr val="000000"/>
              </a:solidFill>
              <a:latin typeface="Arial"/>
              <a:ea typeface="Arial"/>
              <a:cs typeface="Arial"/>
              <a:sym typeface="Arial"/>
            </a:endParaRPr>
          </a:p>
        </p:txBody>
      </p:sp>
      <p:sp>
        <p:nvSpPr>
          <p:cNvPr id="411" name="Google Shape;411;p23"/>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2" name="Google Shape;412;p23"/>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3" name="Google Shape;413;p23"/>
          <p:cNvSpPr/>
          <p:nvPr/>
        </p:nvSpPr>
        <p:spPr>
          <a:xfrm>
            <a:off x="2392743" y="3365848"/>
            <a:ext cx="4968114" cy="583503"/>
          </a:xfrm>
          <a:custGeom>
            <a:rect b="b" l="l" r="r" t="t"/>
            <a:pathLst>
              <a:path extrusionOk="0" h="583503" w="4968114">
                <a:moveTo>
                  <a:pt x="0" y="0"/>
                </a:moveTo>
                <a:lnTo>
                  <a:pt x="4968114" y="0"/>
                </a:lnTo>
                <a:lnTo>
                  <a:pt x="4968114" y="583504"/>
                </a:lnTo>
                <a:lnTo>
                  <a:pt x="0" y="58350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grpSp>
        <p:nvGrpSpPr>
          <p:cNvPr id="422" name="Google Shape;422;p24"/>
          <p:cNvGrpSpPr/>
          <p:nvPr/>
        </p:nvGrpSpPr>
        <p:grpSpPr>
          <a:xfrm>
            <a:off x="487680" y="221514"/>
            <a:ext cx="8778240" cy="1290638"/>
            <a:chOff x="0" y="-95250"/>
            <a:chExt cx="11704320" cy="1720850"/>
          </a:xfrm>
        </p:grpSpPr>
        <p:sp>
          <p:nvSpPr>
            <p:cNvPr id="423" name="Google Shape;423;p24"/>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4" name="Google Shape;424;p24"/>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Input</a:t>
              </a:r>
              <a:endParaRPr b="0" i="0" sz="1400" u="none" cap="none" strike="noStrike">
                <a:solidFill>
                  <a:srgbClr val="000000"/>
                </a:solidFill>
                <a:latin typeface="Arial"/>
                <a:ea typeface="Arial"/>
                <a:cs typeface="Arial"/>
                <a:sym typeface="Arial"/>
              </a:endParaRPr>
            </a:p>
          </p:txBody>
        </p:sp>
      </p:grpSp>
      <p:sp>
        <p:nvSpPr>
          <p:cNvPr id="425" name="Google Shape;425;p24"/>
          <p:cNvSpPr txBox="1"/>
          <p:nvPr/>
        </p:nvSpPr>
        <p:spPr>
          <a:xfrm>
            <a:off x="579120" y="1685925"/>
            <a:ext cx="8595360" cy="581025"/>
          </a:xfrm>
          <a:prstGeom prst="rect">
            <a:avLst/>
          </a:prstGeom>
          <a:noFill/>
          <a:ln>
            <a:noFill/>
          </a:ln>
        </p:spPr>
        <p:txBody>
          <a:bodyPr anchorCtr="0" anchor="t" bIns="0" lIns="0" spcFirstLastPara="1" rIns="0" wrap="square" tIns="0">
            <a:spAutoFit/>
          </a:bodyPr>
          <a:lstStyle/>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String</a:t>
            </a:r>
            <a:endParaRPr b="0" i="0" sz="1400" u="none" cap="none" strike="noStrike">
              <a:solidFill>
                <a:srgbClr val="000000"/>
              </a:solidFill>
              <a:latin typeface="Arial"/>
              <a:ea typeface="Arial"/>
              <a:cs typeface="Arial"/>
              <a:sym typeface="Arial"/>
            </a:endParaRPr>
          </a:p>
        </p:txBody>
      </p:sp>
      <p:sp>
        <p:nvSpPr>
          <p:cNvPr id="426" name="Google Shape;426;p24"/>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7" name="Google Shape;427;p24"/>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8" name="Google Shape;428;p24"/>
          <p:cNvSpPr/>
          <p:nvPr/>
        </p:nvSpPr>
        <p:spPr>
          <a:xfrm>
            <a:off x="2392743" y="3365848"/>
            <a:ext cx="4968114" cy="583503"/>
          </a:xfrm>
          <a:custGeom>
            <a:rect b="b" l="l" r="r" t="t"/>
            <a:pathLst>
              <a:path extrusionOk="0" h="583503" w="4968114">
                <a:moveTo>
                  <a:pt x="0" y="0"/>
                </a:moveTo>
                <a:lnTo>
                  <a:pt x="4968114" y="0"/>
                </a:lnTo>
                <a:lnTo>
                  <a:pt x="4968114" y="583504"/>
                </a:lnTo>
                <a:lnTo>
                  <a:pt x="0" y="58350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grpSp>
        <p:nvGrpSpPr>
          <p:cNvPr id="437" name="Google Shape;437;p25"/>
          <p:cNvGrpSpPr/>
          <p:nvPr/>
        </p:nvGrpSpPr>
        <p:grpSpPr>
          <a:xfrm>
            <a:off x="487680" y="221514"/>
            <a:ext cx="8778240" cy="1290638"/>
            <a:chOff x="0" y="-95250"/>
            <a:chExt cx="11704320" cy="1720850"/>
          </a:xfrm>
        </p:grpSpPr>
        <p:sp>
          <p:nvSpPr>
            <p:cNvPr id="438" name="Google Shape;438;p25"/>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9" name="Google Shape;439;p25"/>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Input() </a:t>
              </a:r>
              <a:endParaRPr b="0" i="0" sz="1400" u="none" cap="none" strike="noStrike">
                <a:solidFill>
                  <a:srgbClr val="000000"/>
                </a:solidFill>
                <a:latin typeface="Arial"/>
                <a:ea typeface="Arial"/>
                <a:cs typeface="Arial"/>
                <a:sym typeface="Arial"/>
              </a:endParaRPr>
            </a:p>
          </p:txBody>
        </p:sp>
      </p:grpSp>
      <p:sp>
        <p:nvSpPr>
          <p:cNvPr id="440" name="Google Shape;440;p25"/>
          <p:cNvSpPr txBox="1"/>
          <p:nvPr/>
        </p:nvSpPr>
        <p:spPr>
          <a:xfrm>
            <a:off x="579120" y="1685925"/>
            <a:ext cx="8595360" cy="581025"/>
          </a:xfrm>
          <a:prstGeom prst="rect">
            <a:avLst/>
          </a:prstGeom>
          <a:noFill/>
          <a:ln>
            <a:noFill/>
          </a:ln>
        </p:spPr>
        <p:txBody>
          <a:bodyPr anchorCtr="0" anchor="t" bIns="0" lIns="0" spcFirstLastPara="1" rIns="0" wrap="square" tIns="0">
            <a:spAutoFit/>
          </a:bodyPr>
          <a:lstStyle/>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Integer</a:t>
            </a:r>
            <a:endParaRPr b="0" i="0" sz="1400" u="none" cap="none" strike="noStrike">
              <a:solidFill>
                <a:srgbClr val="000000"/>
              </a:solidFill>
              <a:latin typeface="Arial"/>
              <a:ea typeface="Arial"/>
              <a:cs typeface="Arial"/>
              <a:sym typeface="Arial"/>
            </a:endParaRPr>
          </a:p>
        </p:txBody>
      </p:sp>
      <p:sp>
        <p:nvSpPr>
          <p:cNvPr id="441" name="Google Shape;441;p25"/>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2" name="Google Shape;442;p25"/>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3" name="Google Shape;443;p25"/>
          <p:cNvSpPr/>
          <p:nvPr/>
        </p:nvSpPr>
        <p:spPr>
          <a:xfrm>
            <a:off x="2392743" y="3365848"/>
            <a:ext cx="4968114" cy="583503"/>
          </a:xfrm>
          <a:custGeom>
            <a:rect b="b" l="l" r="r" t="t"/>
            <a:pathLst>
              <a:path extrusionOk="0" h="583503" w="4968114">
                <a:moveTo>
                  <a:pt x="0" y="0"/>
                </a:moveTo>
                <a:lnTo>
                  <a:pt x="4968114" y="0"/>
                </a:lnTo>
                <a:lnTo>
                  <a:pt x="4968114" y="583504"/>
                </a:lnTo>
                <a:lnTo>
                  <a:pt x="0" y="58350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4" name="Google Shape;444;p25"/>
          <p:cNvSpPr/>
          <p:nvPr/>
        </p:nvSpPr>
        <p:spPr>
          <a:xfrm>
            <a:off x="2302342" y="2505075"/>
            <a:ext cx="5148916" cy="2874463"/>
          </a:xfrm>
          <a:custGeom>
            <a:rect b="b" l="l" r="r" t="t"/>
            <a:pathLst>
              <a:path extrusionOk="0" h="2874463" w="5148916">
                <a:moveTo>
                  <a:pt x="0" y="0"/>
                </a:moveTo>
                <a:lnTo>
                  <a:pt x="5148916" y="0"/>
                </a:lnTo>
                <a:lnTo>
                  <a:pt x="5148916" y="2874463"/>
                </a:lnTo>
                <a:lnTo>
                  <a:pt x="0" y="2874463"/>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grpSp>
        <p:nvGrpSpPr>
          <p:cNvPr id="453" name="Google Shape;453;p26"/>
          <p:cNvGrpSpPr/>
          <p:nvPr/>
        </p:nvGrpSpPr>
        <p:grpSpPr>
          <a:xfrm>
            <a:off x="487680" y="221514"/>
            <a:ext cx="8778240" cy="1290638"/>
            <a:chOff x="0" y="-95250"/>
            <a:chExt cx="11704320" cy="1720850"/>
          </a:xfrm>
        </p:grpSpPr>
        <p:sp>
          <p:nvSpPr>
            <p:cNvPr id="454" name="Google Shape;454;p26"/>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5" name="Google Shape;455;p26"/>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Input() </a:t>
              </a:r>
              <a:endParaRPr b="0" i="0" sz="1400" u="none" cap="none" strike="noStrike">
                <a:solidFill>
                  <a:srgbClr val="000000"/>
                </a:solidFill>
                <a:latin typeface="Arial"/>
                <a:ea typeface="Arial"/>
                <a:cs typeface="Arial"/>
                <a:sym typeface="Arial"/>
              </a:endParaRPr>
            </a:p>
          </p:txBody>
        </p:sp>
      </p:grpSp>
      <p:sp>
        <p:nvSpPr>
          <p:cNvPr id="456" name="Google Shape;456;p26"/>
          <p:cNvSpPr txBox="1"/>
          <p:nvPr/>
        </p:nvSpPr>
        <p:spPr>
          <a:xfrm>
            <a:off x="579120" y="1685925"/>
            <a:ext cx="8595360" cy="581025"/>
          </a:xfrm>
          <a:prstGeom prst="rect">
            <a:avLst/>
          </a:prstGeom>
          <a:noFill/>
          <a:ln>
            <a:noFill/>
          </a:ln>
        </p:spPr>
        <p:txBody>
          <a:bodyPr anchorCtr="0" anchor="t" bIns="0" lIns="0" spcFirstLastPara="1" rIns="0" wrap="square" tIns="0">
            <a:spAutoFit/>
          </a:bodyPr>
          <a:lstStyle/>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Float</a:t>
            </a:r>
            <a:endParaRPr b="0" i="0" sz="1400" u="none" cap="none" strike="noStrike">
              <a:solidFill>
                <a:srgbClr val="000000"/>
              </a:solidFill>
              <a:latin typeface="Arial"/>
              <a:ea typeface="Arial"/>
              <a:cs typeface="Arial"/>
              <a:sym typeface="Arial"/>
            </a:endParaRPr>
          </a:p>
        </p:txBody>
      </p:sp>
      <p:sp>
        <p:nvSpPr>
          <p:cNvPr id="457" name="Google Shape;457;p26"/>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8" name="Google Shape;458;p26"/>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9" name="Google Shape;459;p26"/>
          <p:cNvSpPr/>
          <p:nvPr/>
        </p:nvSpPr>
        <p:spPr>
          <a:xfrm>
            <a:off x="1566999" y="3036465"/>
            <a:ext cx="6619602" cy="574149"/>
          </a:xfrm>
          <a:custGeom>
            <a:rect b="b" l="l" r="r" t="t"/>
            <a:pathLst>
              <a:path extrusionOk="0" h="574149" w="6619602">
                <a:moveTo>
                  <a:pt x="0" y="0"/>
                </a:moveTo>
                <a:lnTo>
                  <a:pt x="6619602" y="0"/>
                </a:lnTo>
                <a:lnTo>
                  <a:pt x="6619602" y="574149"/>
                </a:lnTo>
                <a:lnTo>
                  <a:pt x="0" y="57414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grpSp>
        <p:nvGrpSpPr>
          <p:cNvPr id="468" name="Google Shape;468;p27"/>
          <p:cNvGrpSpPr/>
          <p:nvPr/>
        </p:nvGrpSpPr>
        <p:grpSpPr>
          <a:xfrm>
            <a:off x="487680" y="221514"/>
            <a:ext cx="8778240" cy="1290638"/>
            <a:chOff x="0" y="-95250"/>
            <a:chExt cx="11704320" cy="1720850"/>
          </a:xfrm>
        </p:grpSpPr>
        <p:sp>
          <p:nvSpPr>
            <p:cNvPr id="469" name="Google Shape;469;p27"/>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0" name="Google Shape;470;p27"/>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Input() </a:t>
              </a:r>
              <a:endParaRPr b="0" i="0" sz="1400" u="none" cap="none" strike="noStrike">
                <a:solidFill>
                  <a:srgbClr val="000000"/>
                </a:solidFill>
                <a:latin typeface="Arial"/>
                <a:ea typeface="Arial"/>
                <a:cs typeface="Arial"/>
                <a:sym typeface="Arial"/>
              </a:endParaRPr>
            </a:p>
          </p:txBody>
        </p:sp>
      </p:grpSp>
      <p:sp>
        <p:nvSpPr>
          <p:cNvPr id="471" name="Google Shape;471;p27"/>
          <p:cNvSpPr txBox="1"/>
          <p:nvPr/>
        </p:nvSpPr>
        <p:spPr>
          <a:xfrm>
            <a:off x="579120" y="1685925"/>
            <a:ext cx="8595360" cy="581025"/>
          </a:xfrm>
          <a:prstGeom prst="rect">
            <a:avLst/>
          </a:prstGeom>
          <a:noFill/>
          <a:ln>
            <a:noFill/>
          </a:ln>
        </p:spPr>
        <p:txBody>
          <a:bodyPr anchorCtr="0" anchor="t" bIns="0" lIns="0" spcFirstLastPara="1" rIns="0" wrap="square" tIns="0">
            <a:spAutoFit/>
          </a:bodyPr>
          <a:lstStyle/>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Boolean(True or False)</a:t>
            </a:r>
            <a:endParaRPr b="0" i="0" sz="1400" u="none" cap="none" strike="noStrike">
              <a:solidFill>
                <a:srgbClr val="000000"/>
              </a:solidFill>
              <a:latin typeface="Arial"/>
              <a:ea typeface="Arial"/>
              <a:cs typeface="Arial"/>
              <a:sym typeface="Arial"/>
            </a:endParaRPr>
          </a:p>
        </p:txBody>
      </p:sp>
      <p:sp>
        <p:nvSpPr>
          <p:cNvPr id="472" name="Google Shape;472;p27"/>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3" name="Google Shape;473;p27"/>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4" name="Google Shape;474;p27"/>
          <p:cNvSpPr/>
          <p:nvPr/>
        </p:nvSpPr>
        <p:spPr>
          <a:xfrm>
            <a:off x="1181691" y="3225894"/>
            <a:ext cx="7390219" cy="863412"/>
          </a:xfrm>
          <a:custGeom>
            <a:rect b="b" l="l" r="r" t="t"/>
            <a:pathLst>
              <a:path extrusionOk="0" h="863412" w="7390219">
                <a:moveTo>
                  <a:pt x="0" y="0"/>
                </a:moveTo>
                <a:lnTo>
                  <a:pt x="7390218" y="0"/>
                </a:lnTo>
                <a:lnTo>
                  <a:pt x="7390218" y="863412"/>
                </a:lnTo>
                <a:lnTo>
                  <a:pt x="0" y="86341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grpSp>
        <p:nvGrpSpPr>
          <p:cNvPr id="483" name="Google Shape;483;p28"/>
          <p:cNvGrpSpPr/>
          <p:nvPr/>
        </p:nvGrpSpPr>
        <p:grpSpPr>
          <a:xfrm>
            <a:off x="487680" y="430323"/>
            <a:ext cx="8778240" cy="1290637"/>
            <a:chOff x="0" y="-95250"/>
            <a:chExt cx="11704320" cy="1720850"/>
          </a:xfrm>
        </p:grpSpPr>
        <p:sp>
          <p:nvSpPr>
            <p:cNvPr id="484" name="Google Shape;484;p28"/>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5" name="Google Shape;485;p28"/>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Combined Input</a:t>
              </a:r>
              <a:endParaRPr b="0" i="0" sz="1400" u="none" cap="none" strike="noStrike">
                <a:solidFill>
                  <a:srgbClr val="000000"/>
                </a:solidFill>
                <a:latin typeface="Arial"/>
                <a:ea typeface="Arial"/>
                <a:cs typeface="Arial"/>
                <a:sym typeface="Arial"/>
              </a:endParaRPr>
            </a:p>
          </p:txBody>
        </p:sp>
      </p:grpSp>
      <p:sp>
        <p:nvSpPr>
          <p:cNvPr id="486" name="Google Shape;486;p28"/>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7" name="Google Shape;487;p28"/>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8" name="Google Shape;488;p28"/>
          <p:cNvSpPr/>
          <p:nvPr/>
        </p:nvSpPr>
        <p:spPr>
          <a:xfrm>
            <a:off x="1469371" y="1597135"/>
            <a:ext cx="7119659" cy="5075898"/>
          </a:xfrm>
          <a:custGeom>
            <a:rect b="b" l="l" r="r" t="t"/>
            <a:pathLst>
              <a:path extrusionOk="0" h="5075898" w="7119659">
                <a:moveTo>
                  <a:pt x="0" y="0"/>
                </a:moveTo>
                <a:lnTo>
                  <a:pt x="7119658" y="0"/>
                </a:lnTo>
                <a:lnTo>
                  <a:pt x="7119658" y="5075898"/>
                </a:lnTo>
                <a:lnTo>
                  <a:pt x="0" y="5075898"/>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grpSp>
        <p:nvGrpSpPr>
          <p:cNvPr id="497" name="Google Shape;497;p29"/>
          <p:cNvGrpSpPr/>
          <p:nvPr/>
        </p:nvGrpSpPr>
        <p:grpSpPr>
          <a:xfrm>
            <a:off x="487680" y="221514"/>
            <a:ext cx="8778240" cy="1290638"/>
            <a:chOff x="0" y="-95250"/>
            <a:chExt cx="11704320" cy="1720850"/>
          </a:xfrm>
        </p:grpSpPr>
        <p:sp>
          <p:nvSpPr>
            <p:cNvPr id="498" name="Google Shape;498;p29"/>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9" name="Google Shape;499;p29"/>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p:txBody>
        </p:sp>
      </p:grpSp>
      <p:sp>
        <p:nvSpPr>
          <p:cNvPr id="500" name="Google Shape;500;p29"/>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1" name="Google Shape;501;p29"/>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2" name="Google Shape;502;p29"/>
          <p:cNvSpPr/>
          <p:nvPr/>
        </p:nvSpPr>
        <p:spPr>
          <a:xfrm>
            <a:off x="1659828" y="1512151"/>
            <a:ext cx="6433944" cy="5031054"/>
          </a:xfrm>
          <a:custGeom>
            <a:rect b="b" l="l" r="r" t="t"/>
            <a:pathLst>
              <a:path extrusionOk="0" h="5031054" w="6433944">
                <a:moveTo>
                  <a:pt x="0" y="0"/>
                </a:moveTo>
                <a:lnTo>
                  <a:pt x="6433944" y="0"/>
                </a:lnTo>
                <a:lnTo>
                  <a:pt x="6433944" y="5031053"/>
                </a:lnTo>
                <a:lnTo>
                  <a:pt x="0" y="503105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grpSp>
        <p:nvGrpSpPr>
          <p:cNvPr id="511" name="Google Shape;511;p30"/>
          <p:cNvGrpSpPr/>
          <p:nvPr/>
        </p:nvGrpSpPr>
        <p:grpSpPr>
          <a:xfrm>
            <a:off x="487680" y="221514"/>
            <a:ext cx="8778240" cy="1290638"/>
            <a:chOff x="0" y="-95250"/>
            <a:chExt cx="11704320" cy="1720850"/>
          </a:xfrm>
        </p:grpSpPr>
        <p:sp>
          <p:nvSpPr>
            <p:cNvPr id="512" name="Google Shape;512;p30"/>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3" name="Google Shape;513;p30"/>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p:txBody>
        </p:sp>
      </p:grpSp>
      <p:sp>
        <p:nvSpPr>
          <p:cNvPr id="514" name="Google Shape;514;p30"/>
          <p:cNvSpPr/>
          <p:nvPr/>
        </p:nvSpPr>
        <p:spPr>
          <a:xfrm>
            <a:off x="-196350" y="3697353"/>
            <a:ext cx="5475768" cy="3641386"/>
          </a:xfrm>
          <a:custGeom>
            <a:rect b="b" l="l" r="r" t="t"/>
            <a:pathLst>
              <a:path extrusionOk="0" h="3641386" w="5475768">
                <a:moveTo>
                  <a:pt x="0" y="0"/>
                </a:moveTo>
                <a:lnTo>
                  <a:pt x="5475769" y="0"/>
                </a:lnTo>
                <a:lnTo>
                  <a:pt x="5475769" y="3641386"/>
                </a:lnTo>
                <a:lnTo>
                  <a:pt x="0" y="364138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5" name="Google Shape;515;p30"/>
          <p:cNvSpPr/>
          <p:nvPr/>
        </p:nvSpPr>
        <p:spPr>
          <a:xfrm rot="10800000">
            <a:off x="4573702" y="-317846"/>
            <a:ext cx="5475768" cy="3641386"/>
          </a:xfrm>
          <a:custGeom>
            <a:rect b="b" l="l" r="r" t="t"/>
            <a:pathLst>
              <a:path extrusionOk="0" h="3641386" w="5475768">
                <a:moveTo>
                  <a:pt x="5475768" y="3641386"/>
                </a:moveTo>
                <a:lnTo>
                  <a:pt x="0" y="3641386"/>
                </a:lnTo>
                <a:lnTo>
                  <a:pt x="0" y="0"/>
                </a:lnTo>
                <a:lnTo>
                  <a:pt x="5475768" y="0"/>
                </a:lnTo>
                <a:lnTo>
                  <a:pt x="5475768" y="3641386"/>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6" name="Google Shape;516;p30"/>
          <p:cNvSpPr/>
          <p:nvPr/>
        </p:nvSpPr>
        <p:spPr>
          <a:xfrm>
            <a:off x="1933688" y="1227624"/>
            <a:ext cx="5886223" cy="5356056"/>
          </a:xfrm>
          <a:custGeom>
            <a:rect b="b" l="l" r="r" t="t"/>
            <a:pathLst>
              <a:path extrusionOk="0" h="5356056" w="5886223">
                <a:moveTo>
                  <a:pt x="0" y="0"/>
                </a:moveTo>
                <a:lnTo>
                  <a:pt x="5886224" y="0"/>
                </a:lnTo>
                <a:lnTo>
                  <a:pt x="5886224" y="5356056"/>
                </a:lnTo>
                <a:lnTo>
                  <a:pt x="0" y="5356056"/>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31"/>
          <p:cNvSpPr/>
          <p:nvPr/>
        </p:nvSpPr>
        <p:spPr>
          <a:xfrm>
            <a:off x="487680" y="292951"/>
            <a:ext cx="8778240" cy="12192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197" l="0" r="0" t="-9019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526" name="Google Shape;526;p31"/>
          <p:cNvGrpSpPr/>
          <p:nvPr/>
        </p:nvGrpSpPr>
        <p:grpSpPr>
          <a:xfrm>
            <a:off x="487680" y="150075"/>
            <a:ext cx="8778240" cy="1362076"/>
            <a:chOff x="0" y="-95250"/>
            <a:chExt cx="11704320" cy="1816100"/>
          </a:xfrm>
        </p:grpSpPr>
        <p:sp>
          <p:nvSpPr>
            <p:cNvPr id="527" name="Google Shape;527;p31"/>
            <p:cNvSpPr/>
            <p:nvPr/>
          </p:nvSpPr>
          <p:spPr>
            <a:xfrm>
              <a:off x="0" y="0"/>
              <a:ext cx="11704320" cy="1720850"/>
            </a:xfrm>
            <a:custGeom>
              <a:rect b="b" l="l" r="r" t="t"/>
              <a:pathLst>
                <a:path extrusionOk="0" h="1720850" w="11704320">
                  <a:moveTo>
                    <a:pt x="0" y="0"/>
                  </a:moveTo>
                  <a:lnTo>
                    <a:pt x="11704320" y="0"/>
                  </a:lnTo>
                  <a:lnTo>
                    <a:pt x="11704320" y="1720850"/>
                  </a:lnTo>
                  <a:lnTo>
                    <a:pt x="0" y="1720850"/>
                  </a:lnTo>
                  <a:close/>
                </a:path>
              </a:pathLst>
            </a:custGeom>
            <a:blipFill rotWithShape="1">
              <a:blip r:embed="rId4">
                <a:alphaModFix amt="0"/>
              </a:blip>
              <a:stretch>
                <a:fillRect b="-82528" l="0" r="0" t="-8252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8" name="Google Shape;528;p31"/>
            <p:cNvSpPr txBox="1"/>
            <p:nvPr/>
          </p:nvSpPr>
          <p:spPr>
            <a:xfrm>
              <a:off x="0" y="-95250"/>
              <a:ext cx="11704320" cy="181610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Operator</a:t>
              </a:r>
              <a:endParaRPr b="0" i="0" sz="1400" u="none" cap="none" strike="noStrike">
                <a:solidFill>
                  <a:srgbClr val="000000"/>
                </a:solidFill>
                <a:latin typeface="Arial"/>
                <a:ea typeface="Arial"/>
                <a:cs typeface="Arial"/>
                <a:sym typeface="Arial"/>
              </a:endParaRPr>
            </a:p>
          </p:txBody>
        </p:sp>
      </p:grpSp>
      <p:sp>
        <p:nvSpPr>
          <p:cNvPr id="529" name="Google Shape;529;p31"/>
          <p:cNvSpPr txBox="1"/>
          <p:nvPr/>
        </p:nvSpPr>
        <p:spPr>
          <a:xfrm>
            <a:off x="579120" y="1132789"/>
            <a:ext cx="8595360" cy="2190750"/>
          </a:xfrm>
          <a:prstGeom prst="rect">
            <a:avLst/>
          </a:prstGeom>
          <a:noFill/>
          <a:ln>
            <a:noFill/>
          </a:ln>
        </p:spPr>
        <p:txBody>
          <a:bodyPr anchorCtr="0" anchor="t" bIns="0" lIns="0" spcFirstLastPara="1" rIns="0" wrap="square" tIns="0">
            <a:spAutoFit/>
          </a:bodyPr>
          <a:lstStyle/>
          <a:p>
            <a:pPr indent="-216726" lvl="2" marL="631414" marR="0" rtl="0" algn="l">
              <a:lnSpc>
                <a:spcPct val="119953"/>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Arithmetic</a:t>
            </a:r>
            <a:endParaRPr b="0" i="0" sz="1400" u="none" cap="none" strike="noStrike">
              <a:solidFill>
                <a:srgbClr val="000000"/>
              </a:solidFill>
              <a:latin typeface="Arial"/>
              <a:ea typeface="Arial"/>
              <a:cs typeface="Arial"/>
              <a:sym typeface="Arial"/>
            </a:endParaRPr>
          </a:p>
          <a:p>
            <a:pPr indent="-216726" lvl="2" marL="631414" marR="0" rtl="0" algn="l">
              <a:lnSpc>
                <a:spcPct val="119953"/>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Comparison</a:t>
            </a:r>
            <a:endParaRPr b="0" i="0" sz="1400" u="none" cap="none" strike="noStrike">
              <a:solidFill>
                <a:srgbClr val="000000"/>
              </a:solidFill>
              <a:latin typeface="Arial"/>
              <a:ea typeface="Arial"/>
              <a:cs typeface="Arial"/>
              <a:sym typeface="Arial"/>
            </a:endParaRPr>
          </a:p>
          <a:p>
            <a:pPr indent="-216726" lvl="2" marL="631414" marR="0" rtl="0" algn="l">
              <a:lnSpc>
                <a:spcPct val="119953"/>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Logical</a:t>
            </a:r>
            <a:endParaRPr b="0" i="0" sz="1400" u="none" cap="none" strike="noStrike">
              <a:solidFill>
                <a:srgbClr val="000000"/>
              </a:solidFill>
              <a:latin typeface="Arial"/>
              <a:ea typeface="Arial"/>
              <a:cs typeface="Arial"/>
              <a:sym typeface="Arial"/>
            </a:endParaRPr>
          </a:p>
          <a:p>
            <a:pPr indent="-216726" lvl="2" marL="631414" marR="0" rtl="0" algn="l">
              <a:lnSpc>
                <a:spcPct val="119953"/>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Assignment</a:t>
            </a:r>
            <a:endParaRPr b="0" i="0" sz="1400" u="none" cap="none" strike="noStrike">
              <a:solidFill>
                <a:srgbClr val="000000"/>
              </a:solidFill>
              <a:latin typeface="Arial"/>
              <a:ea typeface="Arial"/>
              <a:cs typeface="Arial"/>
              <a:sym typeface="Arial"/>
            </a:endParaRPr>
          </a:p>
        </p:txBody>
      </p:sp>
      <p:sp>
        <p:nvSpPr>
          <p:cNvPr id="530" name="Google Shape;530;p31"/>
          <p:cNvSpPr/>
          <p:nvPr/>
        </p:nvSpPr>
        <p:spPr>
          <a:xfrm>
            <a:off x="-196348" y="3697357"/>
            <a:ext cx="5475732" cy="3641407"/>
          </a:xfrm>
          <a:custGeom>
            <a:rect b="b" l="l" r="r" t="t"/>
            <a:pathLst>
              <a:path extrusionOk="0" h="4855210" w="7300976">
                <a:moveTo>
                  <a:pt x="0" y="0"/>
                </a:moveTo>
                <a:lnTo>
                  <a:pt x="7300976" y="0"/>
                </a:lnTo>
                <a:lnTo>
                  <a:pt x="7300976" y="4855210"/>
                </a:lnTo>
                <a:lnTo>
                  <a:pt x="0" y="4855210"/>
                </a:lnTo>
                <a:lnTo>
                  <a:pt x="0" y="0"/>
                </a:lnTo>
                <a:close/>
              </a:path>
            </a:pathLst>
          </a:custGeom>
          <a:blipFill rotWithShape="1">
            <a:blip r:embed="rId5">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1" name="Google Shape;531;p31"/>
          <p:cNvSpPr/>
          <p:nvPr/>
        </p:nvSpPr>
        <p:spPr>
          <a:xfrm rot="10800000">
            <a:off x="4573705" y="-317849"/>
            <a:ext cx="5475732" cy="3641407"/>
          </a:xfrm>
          <a:custGeom>
            <a:rect b="b" l="l" r="r" t="t"/>
            <a:pathLst>
              <a:path extrusionOk="0" h="4855210" w="7300976">
                <a:moveTo>
                  <a:pt x="7300976" y="4855210"/>
                </a:moveTo>
                <a:lnTo>
                  <a:pt x="0" y="4855210"/>
                </a:lnTo>
                <a:lnTo>
                  <a:pt x="0" y="0"/>
                </a:lnTo>
                <a:lnTo>
                  <a:pt x="7300976" y="0"/>
                </a:lnTo>
                <a:lnTo>
                  <a:pt x="7300976" y="4855210"/>
                </a:lnTo>
                <a:close/>
              </a:path>
            </a:pathLst>
          </a:custGeom>
          <a:blipFill rotWithShape="1">
            <a:blip r:embed="rId5">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2" name="Google Shape;532;p31"/>
          <p:cNvSpPr txBox="1"/>
          <p:nvPr/>
        </p:nvSpPr>
        <p:spPr>
          <a:xfrm>
            <a:off x="487680" y="4054526"/>
            <a:ext cx="8595360" cy="2638425"/>
          </a:xfrm>
          <a:prstGeom prst="rect">
            <a:avLst/>
          </a:prstGeom>
          <a:noFill/>
          <a:ln>
            <a:noFill/>
          </a:ln>
        </p:spPr>
        <p:txBody>
          <a:bodyPr anchorCtr="0" anchor="t" bIns="0" lIns="0" spcFirstLastPara="1" rIns="0" wrap="square" tIns="0">
            <a:spAutoFit/>
          </a:bodyPr>
          <a:lstStyle/>
          <a:p>
            <a:pPr indent="-368469" lvl="1" marL="736939"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Used to make decisions in a program.</a:t>
            </a:r>
            <a:endParaRPr b="0" i="0" sz="1400" u="none" cap="none" strike="noStrike">
              <a:solidFill>
                <a:srgbClr val="000000"/>
              </a:solidFill>
              <a:latin typeface="Arial"/>
              <a:ea typeface="Arial"/>
              <a:cs typeface="Arial"/>
              <a:sym typeface="Arial"/>
            </a:endParaRPr>
          </a:p>
          <a:p>
            <a:pPr indent="-491292" lvl="2" marL="1473877"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Keywords:</a:t>
            </a:r>
            <a:endParaRPr b="0" i="0" sz="1400" u="none" cap="none" strike="noStrike">
              <a:solidFill>
                <a:srgbClr val="000000"/>
              </a:solidFill>
              <a:latin typeface="Arial"/>
              <a:ea typeface="Arial"/>
              <a:cs typeface="Arial"/>
              <a:sym typeface="Arial"/>
            </a:endParaRPr>
          </a:p>
          <a:p>
            <a:pPr indent="-491292" lvl="2" marL="1473877"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if</a:t>
            </a:r>
            <a:endParaRPr b="0" i="0" sz="1400" u="none" cap="none" strike="noStrike">
              <a:solidFill>
                <a:srgbClr val="000000"/>
              </a:solidFill>
              <a:latin typeface="Arial"/>
              <a:ea typeface="Arial"/>
              <a:cs typeface="Arial"/>
              <a:sym typeface="Arial"/>
            </a:endParaRPr>
          </a:p>
          <a:p>
            <a:pPr indent="-491292" lvl="2" marL="1473877"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elif</a:t>
            </a:r>
            <a:endParaRPr b="0" i="0" sz="1400" u="none" cap="none" strike="noStrike">
              <a:solidFill>
                <a:srgbClr val="000000"/>
              </a:solidFill>
              <a:latin typeface="Arial"/>
              <a:ea typeface="Arial"/>
              <a:cs typeface="Arial"/>
              <a:sym typeface="Arial"/>
            </a:endParaRPr>
          </a:p>
          <a:p>
            <a:pPr indent="-491292" lvl="2" marL="1473877"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else</a:t>
            </a:r>
            <a:endParaRPr b="0" i="0" sz="1400" u="none" cap="none" strike="noStrike">
              <a:solidFill>
                <a:srgbClr val="000000"/>
              </a:solidFill>
              <a:latin typeface="Arial"/>
              <a:ea typeface="Arial"/>
              <a:cs typeface="Arial"/>
              <a:sym typeface="Arial"/>
            </a:endParaRPr>
          </a:p>
        </p:txBody>
      </p:sp>
      <p:sp>
        <p:nvSpPr>
          <p:cNvPr id="533" name="Google Shape;533;p31"/>
          <p:cNvSpPr txBox="1"/>
          <p:nvPr/>
        </p:nvSpPr>
        <p:spPr>
          <a:xfrm>
            <a:off x="487680" y="3366135"/>
            <a:ext cx="8595360" cy="581025"/>
          </a:xfrm>
          <a:prstGeom prst="rect">
            <a:avLst/>
          </a:prstGeom>
          <a:noFill/>
          <a:ln>
            <a:noFill/>
          </a:ln>
        </p:spPr>
        <p:txBody>
          <a:bodyPr anchorCtr="0" anchor="t" bIns="0" lIns="0" spcFirstLastPara="1" rIns="0" wrap="square" tIns="0">
            <a:spAutoFit/>
          </a:bodyPr>
          <a:lstStyle/>
          <a:p>
            <a:pPr indent="0" lvl="0" marL="0" marR="0" rtl="0" algn="ctr">
              <a:lnSpc>
                <a:spcPct val="119982"/>
              </a:lnSpc>
              <a:spcBef>
                <a:spcPts val="0"/>
              </a:spcBef>
              <a:spcAft>
                <a:spcPts val="0"/>
              </a:spcAft>
              <a:buClr>
                <a:srgbClr val="000000"/>
              </a:buClr>
              <a:buSzPts val="3413"/>
              <a:buFont typeface="Arial"/>
              <a:buNone/>
            </a:pPr>
            <a:r>
              <a:rPr b="0" i="0" lang="en-US" sz="3413" u="none" cap="none" strike="noStrike">
                <a:solidFill>
                  <a:srgbClr val="000000"/>
                </a:solidFill>
                <a:latin typeface="Calibri"/>
                <a:ea typeface="Calibri"/>
                <a:cs typeface="Calibri"/>
                <a:sym typeface="Calibri"/>
              </a:rPr>
              <a:t> And Conditional Statements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grpSp>
        <p:nvGrpSpPr>
          <p:cNvPr id="542" name="Google Shape;542;p32"/>
          <p:cNvGrpSpPr/>
          <p:nvPr/>
        </p:nvGrpSpPr>
        <p:grpSpPr>
          <a:xfrm>
            <a:off x="487680" y="221514"/>
            <a:ext cx="8778240" cy="1290638"/>
            <a:chOff x="0" y="-95250"/>
            <a:chExt cx="11704320" cy="1720850"/>
          </a:xfrm>
        </p:grpSpPr>
        <p:sp>
          <p:nvSpPr>
            <p:cNvPr id="543" name="Google Shape;543;p32"/>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4" name="Google Shape;544;p32"/>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Operators</a:t>
              </a:r>
              <a:endParaRPr b="0" i="0" sz="1400" u="none" cap="none" strike="noStrike">
                <a:solidFill>
                  <a:srgbClr val="000000"/>
                </a:solidFill>
                <a:latin typeface="Arial"/>
                <a:ea typeface="Arial"/>
                <a:cs typeface="Arial"/>
                <a:sym typeface="Arial"/>
              </a:endParaRPr>
            </a:p>
          </p:txBody>
        </p:sp>
      </p:grpSp>
      <p:sp>
        <p:nvSpPr>
          <p:cNvPr id="545" name="Google Shape;545;p32"/>
          <p:cNvSpPr txBox="1"/>
          <p:nvPr/>
        </p:nvSpPr>
        <p:spPr>
          <a:xfrm>
            <a:off x="579120" y="1685925"/>
            <a:ext cx="8595360" cy="4802934"/>
          </a:xfrm>
          <a:prstGeom prst="rect">
            <a:avLst/>
          </a:prstGeom>
          <a:noFill/>
          <a:ln>
            <a:noFill/>
          </a:ln>
        </p:spPr>
        <p:txBody>
          <a:bodyPr anchorCtr="0" anchor="t" bIns="0" lIns="0" spcFirstLastPara="1" rIns="0" wrap="square" tIns="0">
            <a:spAutoFit/>
          </a:bodyPr>
          <a:lstStyle/>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Operators are symbols used to perform calculations, comparisons, and logical operations.</a:t>
            </a:r>
            <a:endParaRPr b="0" i="0" sz="1400" u="none" cap="none" strike="noStrike">
              <a:solidFill>
                <a:srgbClr val="000000"/>
              </a:solidFill>
              <a:latin typeface="Arial"/>
              <a:ea typeface="Arial"/>
              <a:cs typeface="Arial"/>
              <a:sym typeface="Arial"/>
            </a:endParaRPr>
          </a:p>
        </p:txBody>
      </p:sp>
      <p:sp>
        <p:nvSpPr>
          <p:cNvPr id="546" name="Google Shape;546;p32"/>
          <p:cNvSpPr/>
          <p:nvPr/>
        </p:nvSpPr>
        <p:spPr>
          <a:xfrm>
            <a:off x="-196348" y="3697357"/>
            <a:ext cx="5475732" cy="3641407"/>
          </a:xfrm>
          <a:custGeom>
            <a:rect b="b" l="l" r="r" t="t"/>
            <a:pathLst>
              <a:path extrusionOk="0" h="4855210" w="7300976">
                <a:moveTo>
                  <a:pt x="0" y="0"/>
                </a:moveTo>
                <a:lnTo>
                  <a:pt x="7300976" y="0"/>
                </a:lnTo>
                <a:lnTo>
                  <a:pt x="7300976" y="4855210"/>
                </a:lnTo>
                <a:lnTo>
                  <a:pt x="0" y="4855210"/>
                </a:lnTo>
                <a:lnTo>
                  <a:pt x="0" y="0"/>
                </a:lnTo>
                <a:close/>
              </a:path>
            </a:pathLst>
          </a:custGeom>
          <a:blipFill rotWithShape="1">
            <a:blip r:embed="rId4">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7" name="Google Shape;547;p32"/>
          <p:cNvSpPr/>
          <p:nvPr/>
        </p:nvSpPr>
        <p:spPr>
          <a:xfrm rot="10800000">
            <a:off x="4573705" y="-317849"/>
            <a:ext cx="5475732" cy="3641407"/>
          </a:xfrm>
          <a:custGeom>
            <a:rect b="b" l="l" r="r" t="t"/>
            <a:pathLst>
              <a:path extrusionOk="0" h="4855210" w="7300976">
                <a:moveTo>
                  <a:pt x="7300976" y="4855210"/>
                </a:moveTo>
                <a:lnTo>
                  <a:pt x="0" y="4855210"/>
                </a:lnTo>
                <a:lnTo>
                  <a:pt x="0" y="0"/>
                </a:lnTo>
                <a:lnTo>
                  <a:pt x="7300976" y="0"/>
                </a:lnTo>
                <a:lnTo>
                  <a:pt x="7300976" y="4855210"/>
                </a:lnTo>
                <a:close/>
              </a:path>
            </a:pathLst>
          </a:custGeom>
          <a:blipFill rotWithShape="1">
            <a:blip r:embed="rId4">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8" name="Google Shape;548;p32"/>
          <p:cNvSpPr/>
          <p:nvPr/>
        </p:nvSpPr>
        <p:spPr>
          <a:xfrm>
            <a:off x="3329370" y="2994515"/>
            <a:ext cx="2809110" cy="3761350"/>
          </a:xfrm>
          <a:custGeom>
            <a:rect b="b" l="l" r="r" t="t"/>
            <a:pathLst>
              <a:path extrusionOk="0" h="3761350" w="2809110">
                <a:moveTo>
                  <a:pt x="0" y="0"/>
                </a:moveTo>
                <a:lnTo>
                  <a:pt x="2809110" y="0"/>
                </a:lnTo>
                <a:lnTo>
                  <a:pt x="2809110" y="3761350"/>
                </a:lnTo>
                <a:lnTo>
                  <a:pt x="0" y="376135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grpSp>
        <p:nvGrpSpPr>
          <p:cNvPr id="557" name="Google Shape;557;p33"/>
          <p:cNvGrpSpPr/>
          <p:nvPr/>
        </p:nvGrpSpPr>
        <p:grpSpPr>
          <a:xfrm>
            <a:off x="487680" y="221514"/>
            <a:ext cx="8778240" cy="1290638"/>
            <a:chOff x="0" y="-95250"/>
            <a:chExt cx="11704320" cy="1720850"/>
          </a:xfrm>
        </p:grpSpPr>
        <p:sp>
          <p:nvSpPr>
            <p:cNvPr id="558" name="Google Shape;558;p33"/>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9" name="Google Shape;559;p33"/>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Arithmetic Operators</a:t>
              </a:r>
              <a:endParaRPr b="0" i="0" sz="1400" u="none" cap="none" strike="noStrike">
                <a:solidFill>
                  <a:srgbClr val="000000"/>
                </a:solidFill>
                <a:latin typeface="Arial"/>
                <a:ea typeface="Arial"/>
                <a:cs typeface="Arial"/>
                <a:sym typeface="Arial"/>
              </a:endParaRPr>
            </a:p>
          </p:txBody>
        </p:sp>
      </p:grpSp>
      <p:sp>
        <p:nvSpPr>
          <p:cNvPr id="560" name="Google Shape;560;p33"/>
          <p:cNvSpPr txBox="1"/>
          <p:nvPr/>
        </p:nvSpPr>
        <p:spPr>
          <a:xfrm>
            <a:off x="579120" y="1685925"/>
            <a:ext cx="8595360" cy="3152775"/>
          </a:xfrm>
          <a:prstGeom prst="rect">
            <a:avLst/>
          </a:prstGeom>
          <a:noFill/>
          <a:ln>
            <a:noFill/>
          </a:ln>
        </p:spPr>
        <p:txBody>
          <a:bodyPr anchorCtr="0" anchor="t" bIns="0" lIns="0" spcFirstLastPara="1" rIns="0" wrap="square" tIns="0">
            <a:spAutoFit/>
          </a:bodyPr>
          <a:lstStyle/>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 Addition</a:t>
            </a:r>
            <a:endParaRPr b="0" i="0" sz="1400" u="none" cap="none" strike="noStrike">
              <a:solidFill>
                <a:srgbClr val="000000"/>
              </a:solidFill>
              <a:latin typeface="Arial"/>
              <a:ea typeface="Arial"/>
              <a:cs typeface="Arial"/>
              <a:sym typeface="Arial"/>
            </a:endParaRPr>
          </a:p>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 Subtraction</a:t>
            </a:r>
            <a:endParaRPr b="0" i="0" sz="1400" u="none" cap="none" strike="noStrike">
              <a:solidFill>
                <a:srgbClr val="000000"/>
              </a:solidFill>
              <a:latin typeface="Arial"/>
              <a:ea typeface="Arial"/>
              <a:cs typeface="Arial"/>
              <a:sym typeface="Arial"/>
            </a:endParaRPr>
          </a:p>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 Multiplication</a:t>
            </a:r>
            <a:endParaRPr b="0" i="0" sz="1400" u="none" cap="none" strike="noStrike">
              <a:solidFill>
                <a:srgbClr val="000000"/>
              </a:solidFill>
              <a:latin typeface="Arial"/>
              <a:ea typeface="Arial"/>
              <a:cs typeface="Arial"/>
              <a:sym typeface="Arial"/>
            </a:endParaRPr>
          </a:p>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 Division</a:t>
            </a:r>
            <a:endParaRPr b="0" i="0" sz="1400" u="none" cap="none" strike="noStrike">
              <a:solidFill>
                <a:srgbClr val="000000"/>
              </a:solidFill>
              <a:latin typeface="Arial"/>
              <a:ea typeface="Arial"/>
              <a:cs typeface="Arial"/>
              <a:sym typeface="Arial"/>
            </a:endParaRPr>
          </a:p>
          <a:p>
            <a:pPr indent="-219637" lvl="1" marL="439273" marR="0" rtl="0" algn="l">
              <a:lnSpc>
                <a:spcPct val="119982"/>
              </a:lnSpc>
              <a:spcBef>
                <a:spcPts val="0"/>
              </a:spcBef>
              <a:spcAft>
                <a:spcPts val="0"/>
              </a:spcAft>
              <a:buClr>
                <a:srgbClr val="000000"/>
              </a:buClr>
              <a:buSzPts val="3413"/>
              <a:buFont typeface="Arial"/>
              <a:buNone/>
            </a:pPr>
            <a:r>
              <a:t/>
            </a:r>
            <a:endParaRPr b="0" i="0" sz="3413" u="none" cap="none" strike="noStrike">
              <a:solidFill>
                <a:srgbClr val="000000"/>
              </a:solidFill>
              <a:latin typeface="Calibri"/>
              <a:ea typeface="Calibri"/>
              <a:cs typeface="Calibri"/>
              <a:sym typeface="Calibri"/>
            </a:endParaRPr>
          </a:p>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Example: 10 + 5 = 15</a:t>
            </a:r>
            <a:endParaRPr b="0" i="0" sz="1400" u="none" cap="none" strike="noStrike">
              <a:solidFill>
                <a:srgbClr val="000000"/>
              </a:solidFill>
              <a:latin typeface="Arial"/>
              <a:ea typeface="Arial"/>
              <a:cs typeface="Arial"/>
              <a:sym typeface="Arial"/>
            </a:endParaRPr>
          </a:p>
        </p:txBody>
      </p:sp>
      <p:sp>
        <p:nvSpPr>
          <p:cNvPr id="561" name="Google Shape;561;p33"/>
          <p:cNvSpPr/>
          <p:nvPr/>
        </p:nvSpPr>
        <p:spPr>
          <a:xfrm>
            <a:off x="-196348" y="3697357"/>
            <a:ext cx="5475732" cy="3641407"/>
          </a:xfrm>
          <a:custGeom>
            <a:rect b="b" l="l" r="r" t="t"/>
            <a:pathLst>
              <a:path extrusionOk="0" h="4855210" w="7300976">
                <a:moveTo>
                  <a:pt x="0" y="0"/>
                </a:moveTo>
                <a:lnTo>
                  <a:pt x="7300976" y="0"/>
                </a:lnTo>
                <a:lnTo>
                  <a:pt x="7300976" y="4855210"/>
                </a:lnTo>
                <a:lnTo>
                  <a:pt x="0" y="4855210"/>
                </a:lnTo>
                <a:lnTo>
                  <a:pt x="0" y="0"/>
                </a:lnTo>
                <a:close/>
              </a:path>
            </a:pathLst>
          </a:custGeom>
          <a:blipFill rotWithShape="1">
            <a:blip r:embed="rId4">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2" name="Google Shape;562;p33"/>
          <p:cNvSpPr/>
          <p:nvPr/>
        </p:nvSpPr>
        <p:spPr>
          <a:xfrm rot="10800000">
            <a:off x="4573705" y="-317849"/>
            <a:ext cx="5475732" cy="3641407"/>
          </a:xfrm>
          <a:custGeom>
            <a:rect b="b" l="l" r="r" t="t"/>
            <a:pathLst>
              <a:path extrusionOk="0" h="4855210" w="7300976">
                <a:moveTo>
                  <a:pt x="7300976" y="4855210"/>
                </a:moveTo>
                <a:lnTo>
                  <a:pt x="0" y="4855210"/>
                </a:lnTo>
                <a:lnTo>
                  <a:pt x="0" y="0"/>
                </a:lnTo>
                <a:lnTo>
                  <a:pt x="7300976" y="0"/>
                </a:lnTo>
                <a:lnTo>
                  <a:pt x="7300976" y="4855210"/>
                </a:lnTo>
                <a:close/>
              </a:path>
            </a:pathLst>
          </a:custGeom>
          <a:blipFill rotWithShape="1">
            <a:blip r:embed="rId4">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3" name="Google Shape;563;p33"/>
          <p:cNvSpPr/>
          <p:nvPr/>
        </p:nvSpPr>
        <p:spPr>
          <a:xfrm>
            <a:off x="5288947" y="2046379"/>
            <a:ext cx="4118934" cy="3471673"/>
          </a:xfrm>
          <a:custGeom>
            <a:rect b="b" l="l" r="r" t="t"/>
            <a:pathLst>
              <a:path extrusionOk="0" h="3471673" w="4118934">
                <a:moveTo>
                  <a:pt x="0" y="0"/>
                </a:moveTo>
                <a:lnTo>
                  <a:pt x="4118934" y="0"/>
                </a:lnTo>
                <a:lnTo>
                  <a:pt x="4118934" y="3471673"/>
                </a:lnTo>
                <a:lnTo>
                  <a:pt x="0" y="347167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grpSp>
        <p:nvGrpSpPr>
          <p:cNvPr id="572" name="Google Shape;572;p34"/>
          <p:cNvGrpSpPr/>
          <p:nvPr/>
        </p:nvGrpSpPr>
        <p:grpSpPr>
          <a:xfrm>
            <a:off x="487680" y="221514"/>
            <a:ext cx="8778240" cy="1290638"/>
            <a:chOff x="0" y="-95250"/>
            <a:chExt cx="11704320" cy="1720850"/>
          </a:xfrm>
        </p:grpSpPr>
        <p:sp>
          <p:nvSpPr>
            <p:cNvPr id="573" name="Google Shape;573;p34"/>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4" name="Google Shape;574;p34"/>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Comparison Operators</a:t>
              </a:r>
              <a:endParaRPr b="0" i="0" sz="1400" u="none" cap="none" strike="noStrike">
                <a:solidFill>
                  <a:srgbClr val="000000"/>
                </a:solidFill>
                <a:latin typeface="Arial"/>
                <a:ea typeface="Arial"/>
                <a:cs typeface="Arial"/>
                <a:sym typeface="Arial"/>
              </a:endParaRPr>
            </a:p>
          </p:txBody>
        </p:sp>
      </p:grpSp>
      <p:sp>
        <p:nvSpPr>
          <p:cNvPr id="575" name="Google Shape;575;p34"/>
          <p:cNvSpPr txBox="1"/>
          <p:nvPr/>
        </p:nvSpPr>
        <p:spPr>
          <a:xfrm>
            <a:off x="579120" y="1685925"/>
            <a:ext cx="8595360" cy="4802934"/>
          </a:xfrm>
          <a:prstGeom prst="rect">
            <a:avLst/>
          </a:prstGeom>
          <a:noFill/>
          <a:ln>
            <a:noFill/>
          </a:ln>
        </p:spPr>
        <p:txBody>
          <a:bodyPr anchorCtr="0" anchor="t" bIns="0" lIns="0" spcFirstLastPara="1" rIns="0" wrap="square" tIns="0">
            <a:spAutoFit/>
          </a:bodyPr>
          <a:lstStyle/>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 Equal To</a:t>
            </a:r>
            <a:endParaRPr b="0" i="0" sz="1400" u="none" cap="none" strike="noStrike">
              <a:solidFill>
                <a:srgbClr val="000000"/>
              </a:solidFill>
              <a:latin typeface="Arial"/>
              <a:ea typeface="Arial"/>
              <a:cs typeface="Arial"/>
              <a:sym typeface="Arial"/>
            </a:endParaRPr>
          </a:p>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 Not Equal To</a:t>
            </a:r>
            <a:endParaRPr b="0" i="0" sz="1400" u="none" cap="none" strike="noStrike">
              <a:solidFill>
                <a:srgbClr val="000000"/>
              </a:solidFill>
              <a:latin typeface="Arial"/>
              <a:ea typeface="Arial"/>
              <a:cs typeface="Arial"/>
              <a:sym typeface="Arial"/>
            </a:endParaRPr>
          </a:p>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&gt; Greater Than</a:t>
            </a:r>
            <a:endParaRPr b="0" i="0" sz="1400" u="none" cap="none" strike="noStrike">
              <a:solidFill>
                <a:srgbClr val="000000"/>
              </a:solidFill>
              <a:latin typeface="Arial"/>
              <a:ea typeface="Arial"/>
              <a:cs typeface="Arial"/>
              <a:sym typeface="Arial"/>
            </a:endParaRPr>
          </a:p>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&lt; Less Than</a:t>
            </a:r>
            <a:endParaRPr b="0" i="0" sz="1400" u="none" cap="none" strike="noStrike">
              <a:solidFill>
                <a:srgbClr val="000000"/>
              </a:solidFill>
              <a:latin typeface="Arial"/>
              <a:ea typeface="Arial"/>
              <a:cs typeface="Arial"/>
              <a:sym typeface="Arial"/>
            </a:endParaRPr>
          </a:p>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&gt;= Greater Than or Equal To</a:t>
            </a:r>
            <a:endParaRPr b="0" i="0" sz="1400" u="none" cap="none" strike="noStrike">
              <a:solidFill>
                <a:srgbClr val="000000"/>
              </a:solidFill>
              <a:latin typeface="Arial"/>
              <a:ea typeface="Arial"/>
              <a:cs typeface="Arial"/>
              <a:sym typeface="Arial"/>
            </a:endParaRPr>
          </a:p>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&lt;= Less Than or Equal To</a:t>
            </a:r>
            <a:endParaRPr b="0" i="0" sz="1400" u="none" cap="none" strike="noStrike">
              <a:solidFill>
                <a:srgbClr val="000000"/>
              </a:solidFill>
              <a:latin typeface="Arial"/>
              <a:ea typeface="Arial"/>
              <a:cs typeface="Arial"/>
              <a:sym typeface="Arial"/>
            </a:endParaRPr>
          </a:p>
        </p:txBody>
      </p:sp>
      <p:sp>
        <p:nvSpPr>
          <p:cNvPr id="576" name="Google Shape;576;p34"/>
          <p:cNvSpPr/>
          <p:nvPr/>
        </p:nvSpPr>
        <p:spPr>
          <a:xfrm>
            <a:off x="-196348" y="3697357"/>
            <a:ext cx="5475732" cy="3641407"/>
          </a:xfrm>
          <a:custGeom>
            <a:rect b="b" l="l" r="r" t="t"/>
            <a:pathLst>
              <a:path extrusionOk="0" h="4855210" w="7300976">
                <a:moveTo>
                  <a:pt x="0" y="0"/>
                </a:moveTo>
                <a:lnTo>
                  <a:pt x="7300976" y="0"/>
                </a:lnTo>
                <a:lnTo>
                  <a:pt x="7300976" y="4855210"/>
                </a:lnTo>
                <a:lnTo>
                  <a:pt x="0" y="4855210"/>
                </a:lnTo>
                <a:lnTo>
                  <a:pt x="0" y="0"/>
                </a:lnTo>
                <a:close/>
              </a:path>
            </a:pathLst>
          </a:custGeom>
          <a:blipFill rotWithShape="1">
            <a:blip r:embed="rId4">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7" name="Google Shape;577;p34"/>
          <p:cNvSpPr/>
          <p:nvPr/>
        </p:nvSpPr>
        <p:spPr>
          <a:xfrm rot="10800000">
            <a:off x="4573705" y="-317849"/>
            <a:ext cx="5475732" cy="3641407"/>
          </a:xfrm>
          <a:custGeom>
            <a:rect b="b" l="l" r="r" t="t"/>
            <a:pathLst>
              <a:path extrusionOk="0" h="4855210" w="7300976">
                <a:moveTo>
                  <a:pt x="7300976" y="4855210"/>
                </a:moveTo>
                <a:lnTo>
                  <a:pt x="0" y="4855210"/>
                </a:lnTo>
                <a:lnTo>
                  <a:pt x="0" y="0"/>
                </a:lnTo>
                <a:lnTo>
                  <a:pt x="7300976" y="0"/>
                </a:lnTo>
                <a:lnTo>
                  <a:pt x="7300976" y="4855210"/>
                </a:lnTo>
                <a:close/>
              </a:path>
            </a:pathLst>
          </a:custGeom>
          <a:blipFill rotWithShape="1">
            <a:blip r:embed="rId4">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8" name="Google Shape;578;p34"/>
          <p:cNvSpPr/>
          <p:nvPr/>
        </p:nvSpPr>
        <p:spPr>
          <a:xfrm>
            <a:off x="6217368" y="1433006"/>
            <a:ext cx="3267449" cy="2640099"/>
          </a:xfrm>
          <a:custGeom>
            <a:rect b="b" l="l" r="r" t="t"/>
            <a:pathLst>
              <a:path extrusionOk="0" h="2640099" w="3267449">
                <a:moveTo>
                  <a:pt x="0" y="0"/>
                </a:moveTo>
                <a:lnTo>
                  <a:pt x="3267448" y="0"/>
                </a:lnTo>
                <a:lnTo>
                  <a:pt x="3267448" y="2640098"/>
                </a:lnTo>
                <a:lnTo>
                  <a:pt x="0" y="2640098"/>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9" name="Google Shape;579;p34"/>
          <p:cNvSpPr/>
          <p:nvPr/>
        </p:nvSpPr>
        <p:spPr>
          <a:xfrm>
            <a:off x="6217368" y="4120729"/>
            <a:ext cx="3294706" cy="3012726"/>
          </a:xfrm>
          <a:custGeom>
            <a:rect b="b" l="l" r="r" t="t"/>
            <a:pathLst>
              <a:path extrusionOk="0" h="3012726" w="3294706">
                <a:moveTo>
                  <a:pt x="0" y="0"/>
                </a:moveTo>
                <a:lnTo>
                  <a:pt x="3294705" y="0"/>
                </a:lnTo>
                <a:lnTo>
                  <a:pt x="3294705" y="3012727"/>
                </a:lnTo>
                <a:lnTo>
                  <a:pt x="0" y="3012727"/>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grpSp>
        <p:nvGrpSpPr>
          <p:cNvPr id="588" name="Google Shape;588;p35"/>
          <p:cNvGrpSpPr/>
          <p:nvPr/>
        </p:nvGrpSpPr>
        <p:grpSpPr>
          <a:xfrm>
            <a:off x="487680" y="221514"/>
            <a:ext cx="8778240" cy="1290638"/>
            <a:chOff x="0" y="-95250"/>
            <a:chExt cx="11704320" cy="1720850"/>
          </a:xfrm>
        </p:grpSpPr>
        <p:sp>
          <p:nvSpPr>
            <p:cNvPr id="589" name="Google Shape;589;p35"/>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0" name="Google Shape;590;p35"/>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Logical Operators</a:t>
              </a:r>
              <a:endParaRPr b="0" i="0" sz="1400" u="none" cap="none" strike="noStrike">
                <a:solidFill>
                  <a:srgbClr val="000000"/>
                </a:solidFill>
                <a:latin typeface="Arial"/>
                <a:ea typeface="Arial"/>
                <a:cs typeface="Arial"/>
                <a:sym typeface="Arial"/>
              </a:endParaRPr>
            </a:p>
          </p:txBody>
        </p:sp>
      </p:grpSp>
      <p:sp>
        <p:nvSpPr>
          <p:cNvPr id="591" name="Google Shape;591;p35"/>
          <p:cNvSpPr txBox="1"/>
          <p:nvPr/>
        </p:nvSpPr>
        <p:spPr>
          <a:xfrm>
            <a:off x="579120" y="1685925"/>
            <a:ext cx="8595360" cy="1609725"/>
          </a:xfrm>
          <a:prstGeom prst="rect">
            <a:avLst/>
          </a:prstGeom>
          <a:noFill/>
          <a:ln>
            <a:noFill/>
          </a:ln>
        </p:spPr>
        <p:txBody>
          <a:bodyPr anchorCtr="0" anchor="t" bIns="0" lIns="0" spcFirstLastPara="1" rIns="0" wrap="square" tIns="0">
            <a:spAutoFit/>
          </a:bodyPr>
          <a:lstStyle/>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and</a:t>
            </a:r>
            <a:endParaRPr b="0" i="0" sz="1400" u="none" cap="none" strike="noStrike">
              <a:solidFill>
                <a:srgbClr val="000000"/>
              </a:solidFill>
              <a:latin typeface="Arial"/>
              <a:ea typeface="Arial"/>
              <a:cs typeface="Arial"/>
              <a:sym typeface="Arial"/>
            </a:endParaRPr>
          </a:p>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or</a:t>
            </a:r>
            <a:endParaRPr b="0" i="0" sz="1400" u="none" cap="none" strike="noStrike">
              <a:solidFill>
                <a:srgbClr val="000000"/>
              </a:solidFill>
              <a:latin typeface="Arial"/>
              <a:ea typeface="Arial"/>
              <a:cs typeface="Arial"/>
              <a:sym typeface="Arial"/>
            </a:endParaRPr>
          </a:p>
          <a:p>
            <a:pPr indent="-216726" lvl="1" marL="439129"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not</a:t>
            </a:r>
            <a:endParaRPr b="0" i="0" sz="1400" u="none" cap="none" strike="noStrike">
              <a:solidFill>
                <a:srgbClr val="000000"/>
              </a:solidFill>
              <a:latin typeface="Arial"/>
              <a:ea typeface="Arial"/>
              <a:cs typeface="Arial"/>
              <a:sym typeface="Arial"/>
            </a:endParaRPr>
          </a:p>
        </p:txBody>
      </p:sp>
      <p:sp>
        <p:nvSpPr>
          <p:cNvPr id="592" name="Google Shape;592;p35"/>
          <p:cNvSpPr/>
          <p:nvPr/>
        </p:nvSpPr>
        <p:spPr>
          <a:xfrm>
            <a:off x="-196348" y="3697357"/>
            <a:ext cx="5475732" cy="3641407"/>
          </a:xfrm>
          <a:custGeom>
            <a:rect b="b" l="l" r="r" t="t"/>
            <a:pathLst>
              <a:path extrusionOk="0" h="4855210" w="7300976">
                <a:moveTo>
                  <a:pt x="0" y="0"/>
                </a:moveTo>
                <a:lnTo>
                  <a:pt x="7300976" y="0"/>
                </a:lnTo>
                <a:lnTo>
                  <a:pt x="7300976" y="4855210"/>
                </a:lnTo>
                <a:lnTo>
                  <a:pt x="0" y="4855210"/>
                </a:lnTo>
                <a:lnTo>
                  <a:pt x="0" y="0"/>
                </a:lnTo>
                <a:close/>
              </a:path>
            </a:pathLst>
          </a:custGeom>
          <a:blipFill rotWithShape="1">
            <a:blip r:embed="rId4">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3" name="Google Shape;593;p35"/>
          <p:cNvSpPr/>
          <p:nvPr/>
        </p:nvSpPr>
        <p:spPr>
          <a:xfrm rot="10800000">
            <a:off x="4573705" y="-317849"/>
            <a:ext cx="5475732" cy="3641407"/>
          </a:xfrm>
          <a:custGeom>
            <a:rect b="b" l="l" r="r" t="t"/>
            <a:pathLst>
              <a:path extrusionOk="0" h="4855210" w="7300976">
                <a:moveTo>
                  <a:pt x="7300976" y="4855210"/>
                </a:moveTo>
                <a:lnTo>
                  <a:pt x="0" y="4855210"/>
                </a:lnTo>
                <a:lnTo>
                  <a:pt x="0" y="0"/>
                </a:lnTo>
                <a:lnTo>
                  <a:pt x="7300976" y="0"/>
                </a:lnTo>
                <a:lnTo>
                  <a:pt x="7300976" y="4855210"/>
                </a:lnTo>
                <a:close/>
              </a:path>
            </a:pathLst>
          </a:custGeom>
          <a:blipFill rotWithShape="1">
            <a:blip r:embed="rId4">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4" name="Google Shape;594;p35"/>
          <p:cNvSpPr/>
          <p:nvPr/>
        </p:nvSpPr>
        <p:spPr>
          <a:xfrm>
            <a:off x="1909806" y="1961034"/>
            <a:ext cx="2966994" cy="2669231"/>
          </a:xfrm>
          <a:custGeom>
            <a:rect b="b" l="l" r="r" t="t"/>
            <a:pathLst>
              <a:path extrusionOk="0" h="2669231" w="2966994">
                <a:moveTo>
                  <a:pt x="0" y="0"/>
                </a:moveTo>
                <a:lnTo>
                  <a:pt x="2966994" y="0"/>
                </a:lnTo>
                <a:lnTo>
                  <a:pt x="2966994" y="2669232"/>
                </a:lnTo>
                <a:lnTo>
                  <a:pt x="0" y="266923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5" name="Google Shape;595;p35"/>
          <p:cNvSpPr/>
          <p:nvPr/>
        </p:nvSpPr>
        <p:spPr>
          <a:xfrm>
            <a:off x="5279422" y="1961034"/>
            <a:ext cx="3152326" cy="2608395"/>
          </a:xfrm>
          <a:custGeom>
            <a:rect b="b" l="l" r="r" t="t"/>
            <a:pathLst>
              <a:path extrusionOk="0" h="2608395" w="3152326">
                <a:moveTo>
                  <a:pt x="0" y="0"/>
                </a:moveTo>
                <a:lnTo>
                  <a:pt x="3152326" y="0"/>
                </a:lnTo>
                <a:lnTo>
                  <a:pt x="3152326" y="2608396"/>
                </a:lnTo>
                <a:lnTo>
                  <a:pt x="0" y="2608396"/>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6" name="Google Shape;596;p35"/>
          <p:cNvSpPr/>
          <p:nvPr/>
        </p:nvSpPr>
        <p:spPr>
          <a:xfrm>
            <a:off x="3393303" y="4569430"/>
            <a:ext cx="2971062" cy="2610557"/>
          </a:xfrm>
          <a:custGeom>
            <a:rect b="b" l="l" r="r" t="t"/>
            <a:pathLst>
              <a:path extrusionOk="0" h="2610557" w="2971062">
                <a:moveTo>
                  <a:pt x="0" y="0"/>
                </a:moveTo>
                <a:lnTo>
                  <a:pt x="2971062" y="0"/>
                </a:lnTo>
                <a:lnTo>
                  <a:pt x="2971062" y="2610557"/>
                </a:lnTo>
                <a:lnTo>
                  <a:pt x="0" y="2610557"/>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grpSp>
        <p:nvGrpSpPr>
          <p:cNvPr id="605" name="Google Shape;605;p36"/>
          <p:cNvGrpSpPr/>
          <p:nvPr/>
        </p:nvGrpSpPr>
        <p:grpSpPr>
          <a:xfrm>
            <a:off x="487680" y="221514"/>
            <a:ext cx="8778240" cy="1290638"/>
            <a:chOff x="0" y="-95250"/>
            <a:chExt cx="11704320" cy="1720850"/>
          </a:xfrm>
        </p:grpSpPr>
        <p:sp>
          <p:nvSpPr>
            <p:cNvPr id="606" name="Google Shape;606;p36"/>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7" name="Google Shape;607;p36"/>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Assignment Operators</a:t>
              </a:r>
              <a:endParaRPr b="0" i="0" sz="1400" u="none" cap="none" strike="noStrike">
                <a:solidFill>
                  <a:srgbClr val="000000"/>
                </a:solidFill>
                <a:latin typeface="Arial"/>
                <a:ea typeface="Arial"/>
                <a:cs typeface="Arial"/>
                <a:sym typeface="Arial"/>
              </a:endParaRPr>
            </a:p>
          </p:txBody>
        </p:sp>
      </p:grpSp>
      <p:sp>
        <p:nvSpPr>
          <p:cNvPr id="608" name="Google Shape;608;p36"/>
          <p:cNvSpPr txBox="1"/>
          <p:nvPr/>
        </p:nvSpPr>
        <p:spPr>
          <a:xfrm>
            <a:off x="579120" y="1685925"/>
            <a:ext cx="8595360" cy="1095375"/>
          </a:xfrm>
          <a:prstGeom prst="rect">
            <a:avLst/>
          </a:prstGeom>
          <a:noFill/>
          <a:ln>
            <a:noFill/>
          </a:ln>
        </p:spPr>
        <p:txBody>
          <a:bodyPr anchorCtr="0" anchor="t" bIns="0" lIns="0" spcFirstLastPara="1" rIns="0" wrap="square" tIns="0">
            <a:spAutoFit/>
          </a:bodyPr>
          <a:lstStyle/>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 Assigns a value to a variable</a:t>
            </a:r>
            <a:endParaRPr b="0" i="0" sz="1400" u="none" cap="none" strike="noStrike">
              <a:solidFill>
                <a:srgbClr val="000000"/>
              </a:solidFill>
              <a:latin typeface="Arial"/>
              <a:ea typeface="Arial"/>
              <a:cs typeface="Arial"/>
              <a:sym typeface="Arial"/>
            </a:endParaRPr>
          </a:p>
          <a:p>
            <a:pPr indent="0" lvl="0" marL="0" marR="0" rtl="0" algn="l">
              <a:lnSpc>
                <a:spcPct val="119982"/>
              </a:lnSpc>
              <a:spcBef>
                <a:spcPts val="0"/>
              </a:spcBef>
              <a:spcAft>
                <a:spcPts val="0"/>
              </a:spcAft>
              <a:buClr>
                <a:srgbClr val="000000"/>
              </a:buClr>
              <a:buSzPts val="3413"/>
              <a:buFont typeface="Arial"/>
              <a:buNone/>
            </a:pPr>
            <a:r>
              <a:t/>
            </a:r>
            <a:endParaRPr b="0" i="0" sz="3413" u="none" cap="none" strike="noStrike">
              <a:solidFill>
                <a:srgbClr val="000000"/>
              </a:solidFill>
              <a:latin typeface="Calibri"/>
              <a:ea typeface="Calibri"/>
              <a:cs typeface="Calibri"/>
              <a:sym typeface="Calibri"/>
            </a:endParaRPr>
          </a:p>
        </p:txBody>
      </p:sp>
      <p:sp>
        <p:nvSpPr>
          <p:cNvPr id="609" name="Google Shape;609;p36"/>
          <p:cNvSpPr/>
          <p:nvPr/>
        </p:nvSpPr>
        <p:spPr>
          <a:xfrm>
            <a:off x="-196348" y="3697357"/>
            <a:ext cx="5475732" cy="3641407"/>
          </a:xfrm>
          <a:custGeom>
            <a:rect b="b" l="l" r="r" t="t"/>
            <a:pathLst>
              <a:path extrusionOk="0" h="4855210" w="7300976">
                <a:moveTo>
                  <a:pt x="0" y="0"/>
                </a:moveTo>
                <a:lnTo>
                  <a:pt x="7300976" y="0"/>
                </a:lnTo>
                <a:lnTo>
                  <a:pt x="7300976" y="4855210"/>
                </a:lnTo>
                <a:lnTo>
                  <a:pt x="0" y="4855210"/>
                </a:lnTo>
                <a:lnTo>
                  <a:pt x="0" y="0"/>
                </a:lnTo>
                <a:close/>
              </a:path>
            </a:pathLst>
          </a:custGeom>
          <a:blipFill rotWithShape="1">
            <a:blip r:embed="rId4">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0" name="Google Shape;610;p36"/>
          <p:cNvSpPr/>
          <p:nvPr/>
        </p:nvSpPr>
        <p:spPr>
          <a:xfrm rot="10800000">
            <a:off x="4573705" y="-317849"/>
            <a:ext cx="5475732" cy="3641407"/>
          </a:xfrm>
          <a:custGeom>
            <a:rect b="b" l="l" r="r" t="t"/>
            <a:pathLst>
              <a:path extrusionOk="0" h="4855210" w="7300976">
                <a:moveTo>
                  <a:pt x="7300976" y="4855210"/>
                </a:moveTo>
                <a:lnTo>
                  <a:pt x="0" y="4855210"/>
                </a:lnTo>
                <a:lnTo>
                  <a:pt x="0" y="0"/>
                </a:lnTo>
                <a:lnTo>
                  <a:pt x="7300976" y="0"/>
                </a:lnTo>
                <a:lnTo>
                  <a:pt x="7300976" y="4855210"/>
                </a:lnTo>
                <a:close/>
              </a:path>
            </a:pathLst>
          </a:custGeom>
          <a:blipFill rotWithShape="1">
            <a:blip r:embed="rId4">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1" name="Google Shape;611;p36"/>
          <p:cNvSpPr/>
          <p:nvPr/>
        </p:nvSpPr>
        <p:spPr>
          <a:xfrm>
            <a:off x="731520" y="2632007"/>
            <a:ext cx="3992402" cy="1764598"/>
          </a:xfrm>
          <a:custGeom>
            <a:rect b="b" l="l" r="r" t="t"/>
            <a:pathLst>
              <a:path extrusionOk="0" h="1764598" w="3992402">
                <a:moveTo>
                  <a:pt x="0" y="0"/>
                </a:moveTo>
                <a:lnTo>
                  <a:pt x="3992402" y="0"/>
                </a:lnTo>
                <a:lnTo>
                  <a:pt x="3992402" y="1764598"/>
                </a:lnTo>
                <a:lnTo>
                  <a:pt x="0" y="1764598"/>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2" name="Google Shape;612;p36"/>
          <p:cNvSpPr/>
          <p:nvPr/>
        </p:nvSpPr>
        <p:spPr>
          <a:xfrm>
            <a:off x="4876800" y="2603526"/>
            <a:ext cx="4145280" cy="1828268"/>
          </a:xfrm>
          <a:custGeom>
            <a:rect b="b" l="l" r="r" t="t"/>
            <a:pathLst>
              <a:path extrusionOk="0" h="1828268" w="4145280">
                <a:moveTo>
                  <a:pt x="0" y="0"/>
                </a:moveTo>
                <a:lnTo>
                  <a:pt x="4145280" y="0"/>
                </a:lnTo>
                <a:lnTo>
                  <a:pt x="4145280" y="1828268"/>
                </a:lnTo>
                <a:lnTo>
                  <a:pt x="0" y="1828268"/>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grpSp>
        <p:nvGrpSpPr>
          <p:cNvPr id="621" name="Google Shape;621;p37"/>
          <p:cNvGrpSpPr/>
          <p:nvPr/>
        </p:nvGrpSpPr>
        <p:grpSpPr>
          <a:xfrm>
            <a:off x="487680" y="221514"/>
            <a:ext cx="8778240" cy="1290638"/>
            <a:chOff x="0" y="-95250"/>
            <a:chExt cx="11704320" cy="1720850"/>
          </a:xfrm>
        </p:grpSpPr>
        <p:sp>
          <p:nvSpPr>
            <p:cNvPr id="622" name="Google Shape;622;p37"/>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3" name="Google Shape;623;p37"/>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Conditional Statements</a:t>
              </a:r>
              <a:endParaRPr b="0" i="0" sz="1400" u="none" cap="none" strike="noStrike">
                <a:solidFill>
                  <a:srgbClr val="000000"/>
                </a:solidFill>
                <a:latin typeface="Arial"/>
                <a:ea typeface="Arial"/>
                <a:cs typeface="Arial"/>
                <a:sym typeface="Arial"/>
              </a:endParaRPr>
            </a:p>
          </p:txBody>
        </p:sp>
      </p:grpSp>
      <p:sp>
        <p:nvSpPr>
          <p:cNvPr id="624" name="Google Shape;624;p37"/>
          <p:cNvSpPr txBox="1"/>
          <p:nvPr/>
        </p:nvSpPr>
        <p:spPr>
          <a:xfrm>
            <a:off x="579120" y="1780746"/>
            <a:ext cx="8595360" cy="2638425"/>
          </a:xfrm>
          <a:prstGeom prst="rect">
            <a:avLst/>
          </a:prstGeom>
          <a:noFill/>
          <a:ln>
            <a:noFill/>
          </a:ln>
        </p:spPr>
        <p:txBody>
          <a:bodyPr anchorCtr="0" anchor="t" bIns="0" lIns="0" spcFirstLastPara="1" rIns="0" wrap="square" tIns="0">
            <a:spAutoFit/>
          </a:bodyPr>
          <a:lstStyle/>
          <a:p>
            <a:pPr indent="-216726" lvl="1" marL="439129"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Used to make decisions in a program.</a:t>
            </a:r>
            <a:endParaRPr b="0" i="0" sz="1400" u="none" cap="none" strike="noStrike">
              <a:solidFill>
                <a:srgbClr val="000000"/>
              </a:solidFill>
              <a:latin typeface="Arial"/>
              <a:ea typeface="Arial"/>
              <a:cs typeface="Arial"/>
              <a:sym typeface="Arial"/>
            </a:endParaRPr>
          </a:p>
          <a:p>
            <a:pPr indent="-216726" lvl="1" marL="439273"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Keywords:</a:t>
            </a:r>
            <a:endParaRPr b="0" i="0" sz="1400" u="none" cap="none" strike="noStrike">
              <a:solidFill>
                <a:srgbClr val="000000"/>
              </a:solidFill>
              <a:latin typeface="Arial"/>
              <a:ea typeface="Arial"/>
              <a:cs typeface="Arial"/>
              <a:sym typeface="Arial"/>
            </a:endParaRPr>
          </a:p>
          <a:p>
            <a:pPr indent="-491292" lvl="2" marL="1473877"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if</a:t>
            </a:r>
            <a:endParaRPr b="0" i="0" sz="1400" u="none" cap="none" strike="noStrike">
              <a:solidFill>
                <a:srgbClr val="000000"/>
              </a:solidFill>
              <a:latin typeface="Arial"/>
              <a:ea typeface="Arial"/>
              <a:cs typeface="Arial"/>
              <a:sym typeface="Arial"/>
            </a:endParaRPr>
          </a:p>
          <a:p>
            <a:pPr indent="-491292" lvl="2" marL="1473877"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elif</a:t>
            </a:r>
            <a:endParaRPr b="0" i="0" sz="1400" u="none" cap="none" strike="noStrike">
              <a:solidFill>
                <a:srgbClr val="000000"/>
              </a:solidFill>
              <a:latin typeface="Arial"/>
              <a:ea typeface="Arial"/>
              <a:cs typeface="Arial"/>
              <a:sym typeface="Arial"/>
            </a:endParaRPr>
          </a:p>
          <a:p>
            <a:pPr indent="-491292" lvl="2" marL="1473877" marR="0" rtl="0" algn="l">
              <a:lnSpc>
                <a:spcPct val="119982"/>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else</a:t>
            </a:r>
            <a:endParaRPr b="0" i="0" sz="1400" u="none" cap="none" strike="noStrike">
              <a:solidFill>
                <a:srgbClr val="000000"/>
              </a:solidFill>
              <a:latin typeface="Arial"/>
              <a:ea typeface="Arial"/>
              <a:cs typeface="Arial"/>
              <a:sym typeface="Arial"/>
            </a:endParaRPr>
          </a:p>
        </p:txBody>
      </p:sp>
      <p:sp>
        <p:nvSpPr>
          <p:cNvPr id="625" name="Google Shape;625;p37"/>
          <p:cNvSpPr/>
          <p:nvPr/>
        </p:nvSpPr>
        <p:spPr>
          <a:xfrm>
            <a:off x="-196348" y="3697357"/>
            <a:ext cx="5475732" cy="3641407"/>
          </a:xfrm>
          <a:custGeom>
            <a:rect b="b" l="l" r="r" t="t"/>
            <a:pathLst>
              <a:path extrusionOk="0" h="4855210" w="7300976">
                <a:moveTo>
                  <a:pt x="0" y="0"/>
                </a:moveTo>
                <a:lnTo>
                  <a:pt x="7300976" y="0"/>
                </a:lnTo>
                <a:lnTo>
                  <a:pt x="7300976" y="4855210"/>
                </a:lnTo>
                <a:lnTo>
                  <a:pt x="0" y="4855210"/>
                </a:lnTo>
                <a:lnTo>
                  <a:pt x="0" y="0"/>
                </a:lnTo>
                <a:close/>
              </a:path>
            </a:pathLst>
          </a:custGeom>
          <a:blipFill rotWithShape="1">
            <a:blip r:embed="rId4">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6" name="Google Shape;626;p37"/>
          <p:cNvSpPr/>
          <p:nvPr/>
        </p:nvSpPr>
        <p:spPr>
          <a:xfrm rot="10800000">
            <a:off x="4573705" y="-317849"/>
            <a:ext cx="5475732" cy="3641407"/>
          </a:xfrm>
          <a:custGeom>
            <a:rect b="b" l="l" r="r" t="t"/>
            <a:pathLst>
              <a:path extrusionOk="0" h="4855210" w="7300976">
                <a:moveTo>
                  <a:pt x="7300976" y="4855210"/>
                </a:moveTo>
                <a:lnTo>
                  <a:pt x="0" y="4855210"/>
                </a:lnTo>
                <a:lnTo>
                  <a:pt x="0" y="0"/>
                </a:lnTo>
                <a:lnTo>
                  <a:pt x="7300976" y="0"/>
                </a:lnTo>
                <a:lnTo>
                  <a:pt x="7300976" y="4855210"/>
                </a:lnTo>
                <a:close/>
              </a:path>
            </a:pathLst>
          </a:custGeom>
          <a:blipFill rotWithShape="1">
            <a:blip r:embed="rId4">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grpSp>
        <p:nvGrpSpPr>
          <p:cNvPr id="635" name="Google Shape;635;p38"/>
          <p:cNvGrpSpPr/>
          <p:nvPr/>
        </p:nvGrpSpPr>
        <p:grpSpPr>
          <a:xfrm>
            <a:off x="487680" y="221514"/>
            <a:ext cx="8778240" cy="1290638"/>
            <a:chOff x="0" y="-95250"/>
            <a:chExt cx="11704320" cy="1720850"/>
          </a:xfrm>
        </p:grpSpPr>
        <p:sp>
          <p:nvSpPr>
            <p:cNvPr id="636" name="Google Shape;636;p38"/>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7" name="Google Shape;637;p38"/>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IF Statement</a:t>
              </a:r>
              <a:endParaRPr b="0" i="0" sz="1400" u="none" cap="none" strike="noStrike">
                <a:solidFill>
                  <a:srgbClr val="000000"/>
                </a:solidFill>
                <a:latin typeface="Arial"/>
                <a:ea typeface="Arial"/>
                <a:cs typeface="Arial"/>
                <a:sym typeface="Arial"/>
              </a:endParaRPr>
            </a:p>
          </p:txBody>
        </p:sp>
      </p:grpSp>
      <p:sp>
        <p:nvSpPr>
          <p:cNvPr id="638" name="Google Shape;638;p38"/>
          <p:cNvSpPr/>
          <p:nvPr/>
        </p:nvSpPr>
        <p:spPr>
          <a:xfrm>
            <a:off x="-196348" y="3697357"/>
            <a:ext cx="5475732" cy="3641407"/>
          </a:xfrm>
          <a:custGeom>
            <a:rect b="b" l="l" r="r" t="t"/>
            <a:pathLst>
              <a:path extrusionOk="0" h="4855210" w="7300976">
                <a:moveTo>
                  <a:pt x="0" y="0"/>
                </a:moveTo>
                <a:lnTo>
                  <a:pt x="7300976" y="0"/>
                </a:lnTo>
                <a:lnTo>
                  <a:pt x="7300976" y="4855210"/>
                </a:lnTo>
                <a:lnTo>
                  <a:pt x="0" y="4855210"/>
                </a:lnTo>
                <a:lnTo>
                  <a:pt x="0" y="0"/>
                </a:lnTo>
                <a:close/>
              </a:path>
            </a:pathLst>
          </a:custGeom>
          <a:blipFill rotWithShape="1">
            <a:blip r:embed="rId4">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9" name="Google Shape;639;p38"/>
          <p:cNvSpPr/>
          <p:nvPr/>
        </p:nvSpPr>
        <p:spPr>
          <a:xfrm rot="10800000">
            <a:off x="4573705" y="-317849"/>
            <a:ext cx="5475732" cy="3641407"/>
          </a:xfrm>
          <a:custGeom>
            <a:rect b="b" l="l" r="r" t="t"/>
            <a:pathLst>
              <a:path extrusionOk="0" h="4855210" w="7300976">
                <a:moveTo>
                  <a:pt x="7300976" y="4855210"/>
                </a:moveTo>
                <a:lnTo>
                  <a:pt x="0" y="4855210"/>
                </a:lnTo>
                <a:lnTo>
                  <a:pt x="0" y="0"/>
                </a:lnTo>
                <a:lnTo>
                  <a:pt x="7300976" y="0"/>
                </a:lnTo>
                <a:lnTo>
                  <a:pt x="7300976" y="4855210"/>
                </a:lnTo>
                <a:close/>
              </a:path>
            </a:pathLst>
          </a:custGeom>
          <a:blipFill rotWithShape="1">
            <a:blip r:embed="rId4">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0" name="Google Shape;640;p38"/>
          <p:cNvSpPr/>
          <p:nvPr/>
        </p:nvSpPr>
        <p:spPr>
          <a:xfrm>
            <a:off x="3003677" y="1512151"/>
            <a:ext cx="4551489" cy="5290619"/>
          </a:xfrm>
          <a:custGeom>
            <a:rect b="b" l="l" r="r" t="t"/>
            <a:pathLst>
              <a:path extrusionOk="0" h="5290619" w="4551489">
                <a:moveTo>
                  <a:pt x="0" y="0"/>
                </a:moveTo>
                <a:lnTo>
                  <a:pt x="4551489" y="0"/>
                </a:lnTo>
                <a:lnTo>
                  <a:pt x="4551489" y="5290619"/>
                </a:lnTo>
                <a:lnTo>
                  <a:pt x="0" y="529061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grpSp>
        <p:nvGrpSpPr>
          <p:cNvPr id="649" name="Google Shape;649;p39"/>
          <p:cNvGrpSpPr/>
          <p:nvPr/>
        </p:nvGrpSpPr>
        <p:grpSpPr>
          <a:xfrm>
            <a:off x="487680" y="221514"/>
            <a:ext cx="8778240" cy="1290638"/>
            <a:chOff x="0" y="-95250"/>
            <a:chExt cx="11704320" cy="1720850"/>
          </a:xfrm>
        </p:grpSpPr>
        <p:sp>
          <p:nvSpPr>
            <p:cNvPr id="650" name="Google Shape;650;p39"/>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1" name="Google Shape;651;p39"/>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IF-ELSE Statement</a:t>
              </a:r>
              <a:endParaRPr b="0" i="0" sz="1400" u="none" cap="none" strike="noStrike">
                <a:solidFill>
                  <a:srgbClr val="000000"/>
                </a:solidFill>
                <a:latin typeface="Arial"/>
                <a:ea typeface="Arial"/>
                <a:cs typeface="Arial"/>
                <a:sym typeface="Arial"/>
              </a:endParaRPr>
            </a:p>
          </p:txBody>
        </p:sp>
      </p:grpSp>
      <p:sp>
        <p:nvSpPr>
          <p:cNvPr id="652" name="Google Shape;652;p39"/>
          <p:cNvSpPr/>
          <p:nvPr/>
        </p:nvSpPr>
        <p:spPr>
          <a:xfrm>
            <a:off x="-196348" y="3697357"/>
            <a:ext cx="5475732" cy="3641407"/>
          </a:xfrm>
          <a:custGeom>
            <a:rect b="b" l="l" r="r" t="t"/>
            <a:pathLst>
              <a:path extrusionOk="0" h="4855210" w="7300976">
                <a:moveTo>
                  <a:pt x="0" y="0"/>
                </a:moveTo>
                <a:lnTo>
                  <a:pt x="7300976" y="0"/>
                </a:lnTo>
                <a:lnTo>
                  <a:pt x="7300976" y="4855210"/>
                </a:lnTo>
                <a:lnTo>
                  <a:pt x="0" y="4855210"/>
                </a:lnTo>
                <a:lnTo>
                  <a:pt x="0" y="0"/>
                </a:lnTo>
                <a:close/>
              </a:path>
            </a:pathLst>
          </a:custGeom>
          <a:blipFill rotWithShape="1">
            <a:blip r:embed="rId4">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3" name="Google Shape;653;p39"/>
          <p:cNvSpPr/>
          <p:nvPr/>
        </p:nvSpPr>
        <p:spPr>
          <a:xfrm rot="10800000">
            <a:off x="4573705" y="-317849"/>
            <a:ext cx="5475732" cy="3641407"/>
          </a:xfrm>
          <a:custGeom>
            <a:rect b="b" l="l" r="r" t="t"/>
            <a:pathLst>
              <a:path extrusionOk="0" h="4855210" w="7300976">
                <a:moveTo>
                  <a:pt x="7300976" y="4855210"/>
                </a:moveTo>
                <a:lnTo>
                  <a:pt x="0" y="4855210"/>
                </a:lnTo>
                <a:lnTo>
                  <a:pt x="0" y="0"/>
                </a:lnTo>
                <a:lnTo>
                  <a:pt x="7300976" y="0"/>
                </a:lnTo>
                <a:lnTo>
                  <a:pt x="7300976" y="4855210"/>
                </a:lnTo>
                <a:close/>
              </a:path>
            </a:pathLst>
          </a:custGeom>
          <a:blipFill rotWithShape="1">
            <a:blip r:embed="rId4">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4" name="Google Shape;654;p39"/>
          <p:cNvSpPr/>
          <p:nvPr/>
        </p:nvSpPr>
        <p:spPr>
          <a:xfrm>
            <a:off x="2825279" y="1512151"/>
            <a:ext cx="4103043" cy="5470724"/>
          </a:xfrm>
          <a:custGeom>
            <a:rect b="b" l="l" r="r" t="t"/>
            <a:pathLst>
              <a:path extrusionOk="0" h="5470724" w="4103043">
                <a:moveTo>
                  <a:pt x="0" y="0"/>
                </a:moveTo>
                <a:lnTo>
                  <a:pt x="4103042" y="0"/>
                </a:lnTo>
                <a:lnTo>
                  <a:pt x="4103042" y="5470723"/>
                </a:lnTo>
                <a:lnTo>
                  <a:pt x="0" y="547072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grpSp>
        <p:nvGrpSpPr>
          <p:cNvPr id="663" name="Google Shape;663;p40"/>
          <p:cNvGrpSpPr/>
          <p:nvPr/>
        </p:nvGrpSpPr>
        <p:grpSpPr>
          <a:xfrm>
            <a:off x="487680" y="221514"/>
            <a:ext cx="8778240" cy="1290638"/>
            <a:chOff x="0" y="-95250"/>
            <a:chExt cx="11704320" cy="1720850"/>
          </a:xfrm>
        </p:grpSpPr>
        <p:sp>
          <p:nvSpPr>
            <p:cNvPr id="664" name="Google Shape;664;p40"/>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5" name="Google Shape;665;p40"/>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IF-ELIF-ELSE Statement</a:t>
              </a:r>
              <a:endParaRPr b="0" i="0" sz="1400" u="none" cap="none" strike="noStrike">
                <a:solidFill>
                  <a:srgbClr val="000000"/>
                </a:solidFill>
                <a:latin typeface="Arial"/>
                <a:ea typeface="Arial"/>
                <a:cs typeface="Arial"/>
                <a:sym typeface="Arial"/>
              </a:endParaRPr>
            </a:p>
          </p:txBody>
        </p:sp>
      </p:grpSp>
      <p:sp>
        <p:nvSpPr>
          <p:cNvPr id="666" name="Google Shape;666;p40"/>
          <p:cNvSpPr/>
          <p:nvPr/>
        </p:nvSpPr>
        <p:spPr>
          <a:xfrm>
            <a:off x="-196348" y="3697357"/>
            <a:ext cx="5475732" cy="3641407"/>
          </a:xfrm>
          <a:custGeom>
            <a:rect b="b" l="l" r="r" t="t"/>
            <a:pathLst>
              <a:path extrusionOk="0" h="4855210" w="7300976">
                <a:moveTo>
                  <a:pt x="0" y="0"/>
                </a:moveTo>
                <a:lnTo>
                  <a:pt x="7300976" y="0"/>
                </a:lnTo>
                <a:lnTo>
                  <a:pt x="7300976" y="4855210"/>
                </a:lnTo>
                <a:lnTo>
                  <a:pt x="0" y="4855210"/>
                </a:lnTo>
                <a:lnTo>
                  <a:pt x="0" y="0"/>
                </a:lnTo>
                <a:close/>
              </a:path>
            </a:pathLst>
          </a:custGeom>
          <a:blipFill rotWithShape="1">
            <a:blip r:embed="rId4">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7" name="Google Shape;667;p40"/>
          <p:cNvSpPr/>
          <p:nvPr/>
        </p:nvSpPr>
        <p:spPr>
          <a:xfrm rot="10800000">
            <a:off x="4573705" y="-317849"/>
            <a:ext cx="5475732" cy="3641407"/>
          </a:xfrm>
          <a:custGeom>
            <a:rect b="b" l="l" r="r" t="t"/>
            <a:pathLst>
              <a:path extrusionOk="0" h="4855210" w="7300976">
                <a:moveTo>
                  <a:pt x="7300976" y="4855210"/>
                </a:moveTo>
                <a:lnTo>
                  <a:pt x="0" y="4855210"/>
                </a:lnTo>
                <a:lnTo>
                  <a:pt x="0" y="0"/>
                </a:lnTo>
                <a:lnTo>
                  <a:pt x="7300976" y="0"/>
                </a:lnTo>
                <a:lnTo>
                  <a:pt x="7300976" y="4855210"/>
                </a:lnTo>
                <a:close/>
              </a:path>
            </a:pathLst>
          </a:custGeom>
          <a:blipFill rotWithShape="1">
            <a:blip r:embed="rId4">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8" name="Google Shape;668;p40"/>
          <p:cNvSpPr/>
          <p:nvPr/>
        </p:nvSpPr>
        <p:spPr>
          <a:xfrm>
            <a:off x="2677144" y="1402631"/>
            <a:ext cx="4004461" cy="5623912"/>
          </a:xfrm>
          <a:custGeom>
            <a:rect b="b" l="l" r="r" t="t"/>
            <a:pathLst>
              <a:path extrusionOk="0" h="5623912" w="4004461">
                <a:moveTo>
                  <a:pt x="0" y="0"/>
                </a:moveTo>
                <a:lnTo>
                  <a:pt x="4004461" y="0"/>
                </a:lnTo>
                <a:lnTo>
                  <a:pt x="4004461" y="5623912"/>
                </a:lnTo>
                <a:lnTo>
                  <a:pt x="0" y="562391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grpSp>
        <p:nvGrpSpPr>
          <p:cNvPr id="677" name="Google Shape;677;p41"/>
          <p:cNvGrpSpPr/>
          <p:nvPr/>
        </p:nvGrpSpPr>
        <p:grpSpPr>
          <a:xfrm>
            <a:off x="487680" y="221514"/>
            <a:ext cx="8778240" cy="1290638"/>
            <a:chOff x="0" y="-95250"/>
            <a:chExt cx="11704320" cy="1720850"/>
          </a:xfrm>
        </p:grpSpPr>
        <p:sp>
          <p:nvSpPr>
            <p:cNvPr id="678" name="Google Shape;678;p41"/>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9" name="Google Shape;679;p41"/>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Real-Life Example</a:t>
              </a:r>
              <a:endParaRPr b="0" i="0" sz="1400" u="none" cap="none" strike="noStrike">
                <a:solidFill>
                  <a:srgbClr val="000000"/>
                </a:solidFill>
                <a:latin typeface="Arial"/>
                <a:ea typeface="Arial"/>
                <a:cs typeface="Arial"/>
                <a:sym typeface="Arial"/>
              </a:endParaRPr>
            </a:p>
          </p:txBody>
        </p:sp>
      </p:grpSp>
      <p:sp>
        <p:nvSpPr>
          <p:cNvPr id="680" name="Google Shape;680;p41"/>
          <p:cNvSpPr/>
          <p:nvPr/>
        </p:nvSpPr>
        <p:spPr>
          <a:xfrm>
            <a:off x="-196348" y="3697357"/>
            <a:ext cx="5475732" cy="3641407"/>
          </a:xfrm>
          <a:custGeom>
            <a:rect b="b" l="l" r="r" t="t"/>
            <a:pathLst>
              <a:path extrusionOk="0" h="4855210" w="7300976">
                <a:moveTo>
                  <a:pt x="0" y="0"/>
                </a:moveTo>
                <a:lnTo>
                  <a:pt x="7300976" y="0"/>
                </a:lnTo>
                <a:lnTo>
                  <a:pt x="7300976" y="4855210"/>
                </a:lnTo>
                <a:lnTo>
                  <a:pt x="0" y="4855210"/>
                </a:lnTo>
                <a:lnTo>
                  <a:pt x="0" y="0"/>
                </a:lnTo>
                <a:close/>
              </a:path>
            </a:pathLst>
          </a:custGeom>
          <a:blipFill rotWithShape="1">
            <a:blip r:embed="rId4">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1" name="Google Shape;681;p41"/>
          <p:cNvSpPr/>
          <p:nvPr/>
        </p:nvSpPr>
        <p:spPr>
          <a:xfrm rot="10800000">
            <a:off x="4573705" y="-317849"/>
            <a:ext cx="5475732" cy="3641407"/>
          </a:xfrm>
          <a:custGeom>
            <a:rect b="b" l="l" r="r" t="t"/>
            <a:pathLst>
              <a:path extrusionOk="0" h="4855210" w="7300976">
                <a:moveTo>
                  <a:pt x="7300976" y="4855210"/>
                </a:moveTo>
                <a:lnTo>
                  <a:pt x="0" y="4855210"/>
                </a:lnTo>
                <a:lnTo>
                  <a:pt x="0" y="0"/>
                </a:lnTo>
                <a:lnTo>
                  <a:pt x="7300976" y="0"/>
                </a:lnTo>
                <a:lnTo>
                  <a:pt x="7300976" y="4855210"/>
                </a:lnTo>
                <a:close/>
              </a:path>
            </a:pathLst>
          </a:custGeom>
          <a:blipFill rotWithShape="1">
            <a:blip r:embed="rId4">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2" name="Google Shape;682;p41"/>
          <p:cNvSpPr/>
          <p:nvPr/>
        </p:nvSpPr>
        <p:spPr>
          <a:xfrm>
            <a:off x="2217942" y="1369806"/>
            <a:ext cx="5317717" cy="5691746"/>
          </a:xfrm>
          <a:custGeom>
            <a:rect b="b" l="l" r="r" t="t"/>
            <a:pathLst>
              <a:path extrusionOk="0" h="5691746" w="5317717">
                <a:moveTo>
                  <a:pt x="0" y="0"/>
                </a:moveTo>
                <a:lnTo>
                  <a:pt x="5317716" y="0"/>
                </a:lnTo>
                <a:lnTo>
                  <a:pt x="5317716" y="5691746"/>
                </a:lnTo>
                <a:lnTo>
                  <a:pt x="0" y="5691746"/>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grpSp>
        <p:nvGrpSpPr>
          <p:cNvPr id="691" name="Google Shape;691;p42"/>
          <p:cNvGrpSpPr/>
          <p:nvPr/>
        </p:nvGrpSpPr>
        <p:grpSpPr>
          <a:xfrm>
            <a:off x="487680" y="221514"/>
            <a:ext cx="8778240" cy="1290638"/>
            <a:chOff x="0" y="-95250"/>
            <a:chExt cx="11704320" cy="1720850"/>
          </a:xfrm>
        </p:grpSpPr>
        <p:sp>
          <p:nvSpPr>
            <p:cNvPr id="692" name="Google Shape;692;p42"/>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3" name="Google Shape;693;p42"/>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Summary</a:t>
              </a:r>
              <a:endParaRPr b="0" i="0" sz="1400" u="none" cap="none" strike="noStrike">
                <a:solidFill>
                  <a:srgbClr val="000000"/>
                </a:solidFill>
                <a:latin typeface="Arial"/>
                <a:ea typeface="Arial"/>
                <a:cs typeface="Arial"/>
                <a:sym typeface="Arial"/>
              </a:endParaRPr>
            </a:p>
          </p:txBody>
        </p:sp>
      </p:grpSp>
      <p:sp>
        <p:nvSpPr>
          <p:cNvPr id="694" name="Google Shape;694;p42"/>
          <p:cNvSpPr/>
          <p:nvPr/>
        </p:nvSpPr>
        <p:spPr>
          <a:xfrm>
            <a:off x="-196348" y="3697357"/>
            <a:ext cx="5475732" cy="3641407"/>
          </a:xfrm>
          <a:custGeom>
            <a:rect b="b" l="l" r="r" t="t"/>
            <a:pathLst>
              <a:path extrusionOk="0" h="4855210" w="7300976">
                <a:moveTo>
                  <a:pt x="0" y="0"/>
                </a:moveTo>
                <a:lnTo>
                  <a:pt x="7300976" y="0"/>
                </a:lnTo>
                <a:lnTo>
                  <a:pt x="7300976" y="4855210"/>
                </a:lnTo>
                <a:lnTo>
                  <a:pt x="0" y="4855210"/>
                </a:lnTo>
                <a:lnTo>
                  <a:pt x="0" y="0"/>
                </a:lnTo>
                <a:close/>
              </a:path>
            </a:pathLst>
          </a:custGeom>
          <a:blipFill rotWithShape="1">
            <a:blip r:embed="rId4">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5" name="Google Shape;695;p42"/>
          <p:cNvSpPr/>
          <p:nvPr/>
        </p:nvSpPr>
        <p:spPr>
          <a:xfrm rot="10800000">
            <a:off x="4573705" y="-317849"/>
            <a:ext cx="5475732" cy="3641407"/>
          </a:xfrm>
          <a:custGeom>
            <a:rect b="b" l="l" r="r" t="t"/>
            <a:pathLst>
              <a:path extrusionOk="0" h="4855210" w="7300976">
                <a:moveTo>
                  <a:pt x="7300976" y="4855210"/>
                </a:moveTo>
                <a:lnTo>
                  <a:pt x="0" y="4855210"/>
                </a:lnTo>
                <a:lnTo>
                  <a:pt x="0" y="0"/>
                </a:lnTo>
                <a:lnTo>
                  <a:pt x="7300976" y="0"/>
                </a:lnTo>
                <a:lnTo>
                  <a:pt x="7300976" y="4855210"/>
                </a:lnTo>
                <a:close/>
              </a:path>
            </a:pathLst>
          </a:custGeom>
          <a:blipFill rotWithShape="1">
            <a:blip r:embed="rId4">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6" name="Google Shape;696;p42"/>
          <p:cNvSpPr/>
          <p:nvPr/>
        </p:nvSpPr>
        <p:spPr>
          <a:xfrm>
            <a:off x="731520" y="1993071"/>
            <a:ext cx="7475945" cy="3408572"/>
          </a:xfrm>
          <a:custGeom>
            <a:rect b="b" l="l" r="r" t="t"/>
            <a:pathLst>
              <a:path extrusionOk="0" h="3408572" w="7475945">
                <a:moveTo>
                  <a:pt x="0" y="0"/>
                </a:moveTo>
                <a:lnTo>
                  <a:pt x="7475945" y="0"/>
                </a:lnTo>
                <a:lnTo>
                  <a:pt x="7475945" y="3408573"/>
                </a:lnTo>
                <a:lnTo>
                  <a:pt x="0" y="340857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grpSp>
        <p:nvGrpSpPr>
          <p:cNvPr id="705" name="Google Shape;705;p43"/>
          <p:cNvGrpSpPr/>
          <p:nvPr/>
        </p:nvGrpSpPr>
        <p:grpSpPr>
          <a:xfrm>
            <a:off x="487680" y="221514"/>
            <a:ext cx="8778240" cy="1290638"/>
            <a:chOff x="0" y="-95250"/>
            <a:chExt cx="11704320" cy="1720850"/>
          </a:xfrm>
        </p:grpSpPr>
        <p:sp>
          <p:nvSpPr>
            <p:cNvPr id="706" name="Google Shape;706;p43"/>
            <p:cNvSpPr/>
            <p:nvPr/>
          </p:nvSpPr>
          <p:spPr>
            <a:xfrm>
              <a:off x="0" y="0"/>
              <a:ext cx="11704320" cy="16256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292" l="0" r="0" t="-902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7" name="Google Shape;707;p43"/>
            <p:cNvSpPr txBox="1"/>
            <p:nvPr/>
          </p:nvSpPr>
          <p:spPr>
            <a:xfrm>
              <a:off x="0" y="-95250"/>
              <a:ext cx="11704320" cy="172085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Summary</a:t>
              </a:r>
              <a:endParaRPr b="0" i="0" sz="1400" u="none" cap="none" strike="noStrike">
                <a:solidFill>
                  <a:srgbClr val="000000"/>
                </a:solidFill>
                <a:latin typeface="Arial"/>
                <a:ea typeface="Arial"/>
                <a:cs typeface="Arial"/>
                <a:sym typeface="Arial"/>
              </a:endParaRPr>
            </a:p>
          </p:txBody>
        </p:sp>
      </p:grpSp>
      <p:sp>
        <p:nvSpPr>
          <p:cNvPr id="708" name="Google Shape;708;p43"/>
          <p:cNvSpPr/>
          <p:nvPr/>
        </p:nvSpPr>
        <p:spPr>
          <a:xfrm>
            <a:off x="-196348" y="3697357"/>
            <a:ext cx="5475732" cy="3641407"/>
          </a:xfrm>
          <a:custGeom>
            <a:rect b="b" l="l" r="r" t="t"/>
            <a:pathLst>
              <a:path extrusionOk="0" h="4855210" w="7300976">
                <a:moveTo>
                  <a:pt x="0" y="0"/>
                </a:moveTo>
                <a:lnTo>
                  <a:pt x="7300976" y="0"/>
                </a:lnTo>
                <a:lnTo>
                  <a:pt x="7300976" y="4855210"/>
                </a:lnTo>
                <a:lnTo>
                  <a:pt x="0" y="4855210"/>
                </a:lnTo>
                <a:lnTo>
                  <a:pt x="0" y="0"/>
                </a:lnTo>
                <a:close/>
              </a:path>
            </a:pathLst>
          </a:custGeom>
          <a:blipFill rotWithShape="1">
            <a:blip r:embed="rId4">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9" name="Google Shape;709;p43"/>
          <p:cNvSpPr/>
          <p:nvPr/>
        </p:nvSpPr>
        <p:spPr>
          <a:xfrm rot="10800000">
            <a:off x="4573705" y="-317849"/>
            <a:ext cx="5475732" cy="3641407"/>
          </a:xfrm>
          <a:custGeom>
            <a:rect b="b" l="l" r="r" t="t"/>
            <a:pathLst>
              <a:path extrusionOk="0" h="4855210" w="7300976">
                <a:moveTo>
                  <a:pt x="7300976" y="4855210"/>
                </a:moveTo>
                <a:lnTo>
                  <a:pt x="0" y="4855210"/>
                </a:lnTo>
                <a:lnTo>
                  <a:pt x="0" y="0"/>
                </a:lnTo>
                <a:lnTo>
                  <a:pt x="7300976" y="0"/>
                </a:lnTo>
                <a:lnTo>
                  <a:pt x="7300976" y="4855210"/>
                </a:lnTo>
                <a:close/>
              </a:path>
            </a:pathLst>
          </a:custGeom>
          <a:blipFill rotWithShape="1">
            <a:blip r:embed="rId4">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0" name="Google Shape;710;p43"/>
          <p:cNvSpPr/>
          <p:nvPr/>
        </p:nvSpPr>
        <p:spPr>
          <a:xfrm>
            <a:off x="731520" y="1993071"/>
            <a:ext cx="7475945" cy="3408572"/>
          </a:xfrm>
          <a:custGeom>
            <a:rect b="b" l="l" r="r" t="t"/>
            <a:pathLst>
              <a:path extrusionOk="0" h="3408572" w="7475945">
                <a:moveTo>
                  <a:pt x="0" y="0"/>
                </a:moveTo>
                <a:lnTo>
                  <a:pt x="7475945" y="0"/>
                </a:lnTo>
                <a:lnTo>
                  <a:pt x="7475945" y="3408573"/>
                </a:lnTo>
                <a:lnTo>
                  <a:pt x="0" y="340857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44"/>
          <p:cNvSpPr/>
          <p:nvPr/>
        </p:nvSpPr>
        <p:spPr>
          <a:xfrm>
            <a:off x="731520" y="2272455"/>
            <a:ext cx="8290560" cy="1568006"/>
          </a:xfrm>
          <a:custGeom>
            <a:rect b="b" l="l" r="r" t="t"/>
            <a:pathLst>
              <a:path extrusionOk="0" h="2090674" w="11054080">
                <a:moveTo>
                  <a:pt x="0" y="0"/>
                </a:moveTo>
                <a:lnTo>
                  <a:pt x="11054080" y="0"/>
                </a:lnTo>
                <a:lnTo>
                  <a:pt x="11054080" y="2090674"/>
                </a:lnTo>
                <a:lnTo>
                  <a:pt x="0" y="2090674"/>
                </a:lnTo>
                <a:close/>
              </a:path>
            </a:pathLst>
          </a:custGeom>
          <a:blipFill rotWithShape="1">
            <a:blip r:embed="rId3">
              <a:alphaModFix amt="0"/>
            </a:blip>
            <a:stretch>
              <a:fillRect b="-52952" l="0" r="0" t="-5295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720" name="Google Shape;720;p44"/>
          <p:cNvGrpSpPr/>
          <p:nvPr/>
        </p:nvGrpSpPr>
        <p:grpSpPr>
          <a:xfrm>
            <a:off x="731520" y="2129580"/>
            <a:ext cx="8290560" cy="1731626"/>
            <a:chOff x="0" y="-95250"/>
            <a:chExt cx="11054080" cy="2308835"/>
          </a:xfrm>
        </p:grpSpPr>
        <p:sp>
          <p:nvSpPr>
            <p:cNvPr id="721" name="Google Shape;721;p44"/>
            <p:cNvSpPr/>
            <p:nvPr/>
          </p:nvSpPr>
          <p:spPr>
            <a:xfrm>
              <a:off x="0" y="0"/>
              <a:ext cx="11054080" cy="2213585"/>
            </a:xfrm>
            <a:custGeom>
              <a:rect b="b" l="l" r="r" t="t"/>
              <a:pathLst>
                <a:path extrusionOk="0" h="2213585" w="11054080">
                  <a:moveTo>
                    <a:pt x="0" y="0"/>
                  </a:moveTo>
                  <a:lnTo>
                    <a:pt x="11054080" y="0"/>
                  </a:lnTo>
                  <a:lnTo>
                    <a:pt x="11054080" y="2213585"/>
                  </a:lnTo>
                  <a:lnTo>
                    <a:pt x="0" y="2213585"/>
                  </a:lnTo>
                  <a:close/>
                </a:path>
              </a:pathLst>
            </a:custGeom>
            <a:blipFill rotWithShape="1">
              <a:blip r:embed="rId4">
                <a:alphaModFix amt="0"/>
              </a:blip>
              <a:stretch>
                <a:fillRect b="-46678" l="0" r="0" t="-4792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2" name="Google Shape;722;p44"/>
            <p:cNvSpPr txBox="1"/>
            <p:nvPr/>
          </p:nvSpPr>
          <p:spPr>
            <a:xfrm>
              <a:off x="0" y="-95250"/>
              <a:ext cx="11054080" cy="2308834"/>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Loops, Functions, List and Dictionaries</a:t>
              </a:r>
              <a:endParaRPr b="0" i="0" sz="1400" u="none" cap="none" strike="noStrike">
                <a:solidFill>
                  <a:srgbClr val="000000"/>
                </a:solidFill>
                <a:latin typeface="Arial"/>
                <a:ea typeface="Arial"/>
                <a:cs typeface="Arial"/>
                <a:sym typeface="Arial"/>
              </a:endParaRPr>
            </a:p>
          </p:txBody>
        </p:sp>
      </p:grpSp>
      <p:sp>
        <p:nvSpPr>
          <p:cNvPr id="723" name="Google Shape;723;p44"/>
          <p:cNvSpPr/>
          <p:nvPr/>
        </p:nvSpPr>
        <p:spPr>
          <a:xfrm>
            <a:off x="-196348" y="3697357"/>
            <a:ext cx="5475732" cy="3641407"/>
          </a:xfrm>
          <a:custGeom>
            <a:rect b="b" l="l" r="r" t="t"/>
            <a:pathLst>
              <a:path extrusionOk="0" h="4855210" w="7300976">
                <a:moveTo>
                  <a:pt x="0" y="0"/>
                </a:moveTo>
                <a:lnTo>
                  <a:pt x="7300976" y="0"/>
                </a:lnTo>
                <a:lnTo>
                  <a:pt x="7300976" y="4855210"/>
                </a:lnTo>
                <a:lnTo>
                  <a:pt x="0" y="4855210"/>
                </a:lnTo>
                <a:lnTo>
                  <a:pt x="0" y="0"/>
                </a:lnTo>
                <a:close/>
              </a:path>
            </a:pathLst>
          </a:custGeom>
          <a:blipFill rotWithShape="1">
            <a:blip r:embed="rId5">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4" name="Google Shape;724;p44"/>
          <p:cNvSpPr/>
          <p:nvPr/>
        </p:nvSpPr>
        <p:spPr>
          <a:xfrm rot="10800000">
            <a:off x="4573705" y="-317849"/>
            <a:ext cx="5475732" cy="3641407"/>
          </a:xfrm>
          <a:custGeom>
            <a:rect b="b" l="l" r="r" t="t"/>
            <a:pathLst>
              <a:path extrusionOk="0" h="4855210" w="7300976">
                <a:moveTo>
                  <a:pt x="7300976" y="4855210"/>
                </a:moveTo>
                <a:lnTo>
                  <a:pt x="0" y="4855210"/>
                </a:lnTo>
                <a:lnTo>
                  <a:pt x="0" y="0"/>
                </a:lnTo>
                <a:lnTo>
                  <a:pt x="7300976" y="0"/>
                </a:lnTo>
                <a:lnTo>
                  <a:pt x="7300976" y="4855210"/>
                </a:lnTo>
                <a:close/>
              </a:path>
            </a:pathLst>
          </a:custGeom>
          <a:blipFill rotWithShape="1">
            <a:blip r:embed="rId5">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45"/>
          <p:cNvSpPr/>
          <p:nvPr/>
        </p:nvSpPr>
        <p:spPr>
          <a:xfrm>
            <a:off x="487680" y="292951"/>
            <a:ext cx="8778240" cy="12192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197" l="0" r="0" t="-9019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734" name="Google Shape;734;p45"/>
          <p:cNvGrpSpPr/>
          <p:nvPr/>
        </p:nvGrpSpPr>
        <p:grpSpPr>
          <a:xfrm>
            <a:off x="487680" y="150075"/>
            <a:ext cx="8778240" cy="1362076"/>
            <a:chOff x="0" y="-95250"/>
            <a:chExt cx="11704320" cy="1816100"/>
          </a:xfrm>
        </p:grpSpPr>
        <p:sp>
          <p:nvSpPr>
            <p:cNvPr id="735" name="Google Shape;735;p45"/>
            <p:cNvSpPr/>
            <p:nvPr/>
          </p:nvSpPr>
          <p:spPr>
            <a:xfrm>
              <a:off x="0" y="0"/>
              <a:ext cx="11704320" cy="1720850"/>
            </a:xfrm>
            <a:custGeom>
              <a:rect b="b" l="l" r="r" t="t"/>
              <a:pathLst>
                <a:path extrusionOk="0" h="1720850" w="11704320">
                  <a:moveTo>
                    <a:pt x="0" y="0"/>
                  </a:moveTo>
                  <a:lnTo>
                    <a:pt x="11704320" y="0"/>
                  </a:lnTo>
                  <a:lnTo>
                    <a:pt x="11704320" y="1720850"/>
                  </a:lnTo>
                  <a:lnTo>
                    <a:pt x="0" y="1720850"/>
                  </a:lnTo>
                  <a:close/>
                </a:path>
              </a:pathLst>
            </a:custGeom>
            <a:blipFill rotWithShape="1">
              <a:blip r:embed="rId4">
                <a:alphaModFix amt="0"/>
              </a:blip>
              <a:stretch>
                <a:fillRect b="-82528" l="0" r="0" t="-8252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6" name="Google Shape;736;p45"/>
            <p:cNvSpPr txBox="1"/>
            <p:nvPr/>
          </p:nvSpPr>
          <p:spPr>
            <a:xfrm>
              <a:off x="0" y="-95250"/>
              <a:ext cx="11704320" cy="181610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Loops</a:t>
              </a:r>
              <a:endParaRPr b="0" i="0" sz="1400" u="none" cap="none" strike="noStrike">
                <a:solidFill>
                  <a:srgbClr val="000000"/>
                </a:solidFill>
                <a:latin typeface="Arial"/>
                <a:ea typeface="Arial"/>
                <a:cs typeface="Arial"/>
                <a:sym typeface="Arial"/>
              </a:endParaRPr>
            </a:p>
          </p:txBody>
        </p:sp>
      </p:grpSp>
      <p:sp>
        <p:nvSpPr>
          <p:cNvPr id="737" name="Google Shape;737;p45"/>
          <p:cNvSpPr txBox="1"/>
          <p:nvPr/>
        </p:nvSpPr>
        <p:spPr>
          <a:xfrm>
            <a:off x="670560" y="1714071"/>
            <a:ext cx="8595360" cy="1609801"/>
          </a:xfrm>
          <a:prstGeom prst="rect">
            <a:avLst/>
          </a:prstGeom>
          <a:noFill/>
          <a:ln>
            <a:noFill/>
          </a:ln>
        </p:spPr>
        <p:txBody>
          <a:bodyPr anchorCtr="0" anchor="t" bIns="0" lIns="0" spcFirstLastPara="1" rIns="0" wrap="square" tIns="0">
            <a:spAutoFit/>
          </a:bodyPr>
          <a:lstStyle/>
          <a:p>
            <a:pPr indent="-216726" lvl="2" marL="631414" marR="0" rtl="0" algn="l">
              <a:lnSpc>
                <a:spcPct val="119953"/>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for loop</a:t>
            </a:r>
            <a:endParaRPr b="0" i="0" sz="1400" u="none" cap="none" strike="noStrike">
              <a:solidFill>
                <a:srgbClr val="000000"/>
              </a:solidFill>
              <a:latin typeface="Arial"/>
              <a:ea typeface="Arial"/>
              <a:cs typeface="Arial"/>
              <a:sym typeface="Arial"/>
            </a:endParaRPr>
          </a:p>
          <a:p>
            <a:pPr indent="-216726" lvl="2" marL="631414" marR="0" rtl="0" algn="l">
              <a:lnSpc>
                <a:spcPct val="119953"/>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while loop</a:t>
            </a:r>
            <a:endParaRPr b="0" i="0" sz="1400" u="none" cap="none" strike="noStrike">
              <a:solidFill>
                <a:srgbClr val="000000"/>
              </a:solidFill>
              <a:latin typeface="Arial"/>
              <a:ea typeface="Arial"/>
              <a:cs typeface="Arial"/>
              <a:sym typeface="Arial"/>
            </a:endParaRPr>
          </a:p>
          <a:p>
            <a:pPr indent="-216726" lvl="2" marL="631414" marR="0" rtl="0" algn="l">
              <a:lnSpc>
                <a:spcPct val="119953"/>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break and continue</a:t>
            </a:r>
            <a:endParaRPr b="0" i="0" sz="1400" u="none" cap="none" strike="noStrike">
              <a:solidFill>
                <a:srgbClr val="000000"/>
              </a:solidFill>
              <a:latin typeface="Arial"/>
              <a:ea typeface="Arial"/>
              <a:cs typeface="Arial"/>
              <a:sym typeface="Arial"/>
            </a:endParaRPr>
          </a:p>
        </p:txBody>
      </p:sp>
      <p:sp>
        <p:nvSpPr>
          <p:cNvPr id="738" name="Google Shape;738;p45"/>
          <p:cNvSpPr/>
          <p:nvPr/>
        </p:nvSpPr>
        <p:spPr>
          <a:xfrm>
            <a:off x="-196348" y="3697357"/>
            <a:ext cx="5475732" cy="3641407"/>
          </a:xfrm>
          <a:custGeom>
            <a:rect b="b" l="l" r="r" t="t"/>
            <a:pathLst>
              <a:path extrusionOk="0" h="4855210" w="7300976">
                <a:moveTo>
                  <a:pt x="0" y="0"/>
                </a:moveTo>
                <a:lnTo>
                  <a:pt x="7300976" y="0"/>
                </a:lnTo>
                <a:lnTo>
                  <a:pt x="7300976" y="4855210"/>
                </a:lnTo>
                <a:lnTo>
                  <a:pt x="0" y="4855210"/>
                </a:lnTo>
                <a:lnTo>
                  <a:pt x="0" y="0"/>
                </a:lnTo>
                <a:close/>
              </a:path>
            </a:pathLst>
          </a:custGeom>
          <a:blipFill rotWithShape="1">
            <a:blip r:embed="rId5">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9" name="Google Shape;739;p45"/>
          <p:cNvSpPr/>
          <p:nvPr/>
        </p:nvSpPr>
        <p:spPr>
          <a:xfrm rot="10800000">
            <a:off x="4573705" y="-317849"/>
            <a:ext cx="5475732" cy="3641407"/>
          </a:xfrm>
          <a:custGeom>
            <a:rect b="b" l="l" r="r" t="t"/>
            <a:pathLst>
              <a:path extrusionOk="0" h="4855210" w="7300976">
                <a:moveTo>
                  <a:pt x="7300976" y="4855210"/>
                </a:moveTo>
                <a:lnTo>
                  <a:pt x="0" y="4855210"/>
                </a:lnTo>
                <a:lnTo>
                  <a:pt x="0" y="0"/>
                </a:lnTo>
                <a:lnTo>
                  <a:pt x="7300976" y="0"/>
                </a:lnTo>
                <a:lnTo>
                  <a:pt x="7300976" y="4855210"/>
                </a:lnTo>
                <a:close/>
              </a:path>
            </a:pathLst>
          </a:custGeom>
          <a:blipFill rotWithShape="1">
            <a:blip r:embed="rId5">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46"/>
          <p:cNvSpPr/>
          <p:nvPr/>
        </p:nvSpPr>
        <p:spPr>
          <a:xfrm>
            <a:off x="487680" y="292951"/>
            <a:ext cx="8778240" cy="12192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197" l="0" r="0" t="-9019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749" name="Google Shape;749;p46"/>
          <p:cNvGrpSpPr/>
          <p:nvPr/>
        </p:nvGrpSpPr>
        <p:grpSpPr>
          <a:xfrm>
            <a:off x="487680" y="150075"/>
            <a:ext cx="8778240" cy="1362076"/>
            <a:chOff x="0" y="-95250"/>
            <a:chExt cx="11704320" cy="1816100"/>
          </a:xfrm>
        </p:grpSpPr>
        <p:sp>
          <p:nvSpPr>
            <p:cNvPr id="750" name="Google Shape;750;p46"/>
            <p:cNvSpPr/>
            <p:nvPr/>
          </p:nvSpPr>
          <p:spPr>
            <a:xfrm>
              <a:off x="0" y="0"/>
              <a:ext cx="11704320" cy="1720850"/>
            </a:xfrm>
            <a:custGeom>
              <a:rect b="b" l="l" r="r" t="t"/>
              <a:pathLst>
                <a:path extrusionOk="0" h="1720850" w="11704320">
                  <a:moveTo>
                    <a:pt x="0" y="0"/>
                  </a:moveTo>
                  <a:lnTo>
                    <a:pt x="11704320" y="0"/>
                  </a:lnTo>
                  <a:lnTo>
                    <a:pt x="11704320" y="1720850"/>
                  </a:lnTo>
                  <a:lnTo>
                    <a:pt x="0" y="1720850"/>
                  </a:lnTo>
                  <a:close/>
                </a:path>
              </a:pathLst>
            </a:custGeom>
            <a:blipFill rotWithShape="1">
              <a:blip r:embed="rId4">
                <a:alphaModFix amt="0"/>
              </a:blip>
              <a:stretch>
                <a:fillRect b="-82528" l="0" r="0" t="-8252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1" name="Google Shape;751;p46"/>
            <p:cNvSpPr txBox="1"/>
            <p:nvPr/>
          </p:nvSpPr>
          <p:spPr>
            <a:xfrm>
              <a:off x="0" y="-95250"/>
              <a:ext cx="11704320" cy="181610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Loops</a:t>
              </a:r>
              <a:endParaRPr b="0" i="0" sz="1400" u="none" cap="none" strike="noStrike">
                <a:solidFill>
                  <a:srgbClr val="000000"/>
                </a:solidFill>
                <a:latin typeface="Arial"/>
                <a:ea typeface="Arial"/>
                <a:cs typeface="Arial"/>
                <a:sym typeface="Arial"/>
              </a:endParaRPr>
            </a:p>
          </p:txBody>
        </p:sp>
      </p:grpSp>
      <p:sp>
        <p:nvSpPr>
          <p:cNvPr id="752" name="Google Shape;752;p46"/>
          <p:cNvSpPr txBox="1"/>
          <p:nvPr/>
        </p:nvSpPr>
        <p:spPr>
          <a:xfrm>
            <a:off x="426720" y="1713738"/>
            <a:ext cx="8595360" cy="581101"/>
          </a:xfrm>
          <a:prstGeom prst="rect">
            <a:avLst/>
          </a:prstGeom>
          <a:noFill/>
          <a:ln>
            <a:noFill/>
          </a:ln>
        </p:spPr>
        <p:txBody>
          <a:bodyPr anchorCtr="0" anchor="t" bIns="0" lIns="0" spcFirstLastPara="1" rIns="0" wrap="square" tIns="0">
            <a:spAutoFit/>
          </a:bodyPr>
          <a:lstStyle/>
          <a:p>
            <a:pPr indent="-216726" lvl="2" marL="631414" marR="0" rtl="0" algn="l">
              <a:lnSpc>
                <a:spcPct val="119953"/>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for loop</a:t>
            </a:r>
            <a:endParaRPr b="0" i="0" sz="1400" u="none" cap="none" strike="noStrike">
              <a:solidFill>
                <a:srgbClr val="000000"/>
              </a:solidFill>
              <a:latin typeface="Arial"/>
              <a:ea typeface="Arial"/>
              <a:cs typeface="Arial"/>
              <a:sym typeface="Arial"/>
            </a:endParaRPr>
          </a:p>
        </p:txBody>
      </p:sp>
      <p:sp>
        <p:nvSpPr>
          <p:cNvPr id="753" name="Google Shape;753;p46"/>
          <p:cNvSpPr/>
          <p:nvPr/>
        </p:nvSpPr>
        <p:spPr>
          <a:xfrm>
            <a:off x="-196348" y="3697357"/>
            <a:ext cx="5475732" cy="3641407"/>
          </a:xfrm>
          <a:custGeom>
            <a:rect b="b" l="l" r="r" t="t"/>
            <a:pathLst>
              <a:path extrusionOk="0" h="4855210" w="7300976">
                <a:moveTo>
                  <a:pt x="0" y="0"/>
                </a:moveTo>
                <a:lnTo>
                  <a:pt x="7300976" y="0"/>
                </a:lnTo>
                <a:lnTo>
                  <a:pt x="7300976" y="4855210"/>
                </a:lnTo>
                <a:lnTo>
                  <a:pt x="0" y="4855210"/>
                </a:lnTo>
                <a:lnTo>
                  <a:pt x="0" y="0"/>
                </a:lnTo>
                <a:close/>
              </a:path>
            </a:pathLst>
          </a:custGeom>
          <a:blipFill rotWithShape="1">
            <a:blip r:embed="rId5">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4" name="Google Shape;754;p46"/>
          <p:cNvSpPr/>
          <p:nvPr/>
        </p:nvSpPr>
        <p:spPr>
          <a:xfrm rot="10800000">
            <a:off x="4573705" y="-317849"/>
            <a:ext cx="5475732" cy="3641407"/>
          </a:xfrm>
          <a:custGeom>
            <a:rect b="b" l="l" r="r" t="t"/>
            <a:pathLst>
              <a:path extrusionOk="0" h="4855210" w="7300976">
                <a:moveTo>
                  <a:pt x="7300976" y="4855210"/>
                </a:moveTo>
                <a:lnTo>
                  <a:pt x="0" y="4855210"/>
                </a:lnTo>
                <a:lnTo>
                  <a:pt x="0" y="0"/>
                </a:lnTo>
                <a:lnTo>
                  <a:pt x="7300976" y="0"/>
                </a:lnTo>
                <a:lnTo>
                  <a:pt x="7300976" y="4855210"/>
                </a:lnTo>
                <a:close/>
              </a:path>
            </a:pathLst>
          </a:custGeom>
          <a:blipFill rotWithShape="1">
            <a:blip r:embed="rId5">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5" name="Google Shape;755;p46"/>
          <p:cNvSpPr/>
          <p:nvPr/>
        </p:nvSpPr>
        <p:spPr>
          <a:xfrm>
            <a:off x="1519484" y="2294839"/>
            <a:ext cx="6714632" cy="4998336"/>
          </a:xfrm>
          <a:custGeom>
            <a:rect b="b" l="l" r="r" t="t"/>
            <a:pathLst>
              <a:path extrusionOk="0" h="4998336" w="6714632">
                <a:moveTo>
                  <a:pt x="0" y="0"/>
                </a:moveTo>
                <a:lnTo>
                  <a:pt x="6714632" y="0"/>
                </a:lnTo>
                <a:lnTo>
                  <a:pt x="6714632" y="4998336"/>
                </a:lnTo>
                <a:lnTo>
                  <a:pt x="0" y="4998336"/>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47"/>
          <p:cNvSpPr/>
          <p:nvPr/>
        </p:nvSpPr>
        <p:spPr>
          <a:xfrm>
            <a:off x="487680" y="292951"/>
            <a:ext cx="8778240" cy="12192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197" l="0" r="0" t="-9019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765" name="Google Shape;765;p47"/>
          <p:cNvGrpSpPr/>
          <p:nvPr/>
        </p:nvGrpSpPr>
        <p:grpSpPr>
          <a:xfrm>
            <a:off x="487680" y="150075"/>
            <a:ext cx="8778240" cy="1362076"/>
            <a:chOff x="0" y="-95250"/>
            <a:chExt cx="11704320" cy="1816100"/>
          </a:xfrm>
        </p:grpSpPr>
        <p:sp>
          <p:nvSpPr>
            <p:cNvPr id="766" name="Google Shape;766;p47"/>
            <p:cNvSpPr/>
            <p:nvPr/>
          </p:nvSpPr>
          <p:spPr>
            <a:xfrm>
              <a:off x="0" y="0"/>
              <a:ext cx="11704320" cy="1720850"/>
            </a:xfrm>
            <a:custGeom>
              <a:rect b="b" l="l" r="r" t="t"/>
              <a:pathLst>
                <a:path extrusionOk="0" h="1720850" w="11704320">
                  <a:moveTo>
                    <a:pt x="0" y="0"/>
                  </a:moveTo>
                  <a:lnTo>
                    <a:pt x="11704320" y="0"/>
                  </a:lnTo>
                  <a:lnTo>
                    <a:pt x="11704320" y="1720850"/>
                  </a:lnTo>
                  <a:lnTo>
                    <a:pt x="0" y="1720850"/>
                  </a:lnTo>
                  <a:close/>
                </a:path>
              </a:pathLst>
            </a:custGeom>
            <a:blipFill rotWithShape="1">
              <a:blip r:embed="rId4">
                <a:alphaModFix amt="0"/>
              </a:blip>
              <a:stretch>
                <a:fillRect b="-82528" l="0" r="0" t="-8252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7" name="Google Shape;767;p47"/>
            <p:cNvSpPr txBox="1"/>
            <p:nvPr/>
          </p:nvSpPr>
          <p:spPr>
            <a:xfrm>
              <a:off x="0" y="-95250"/>
              <a:ext cx="11704320" cy="181610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Loops</a:t>
              </a:r>
              <a:endParaRPr b="0" i="0" sz="1400" u="none" cap="none" strike="noStrike">
                <a:solidFill>
                  <a:srgbClr val="000000"/>
                </a:solidFill>
                <a:latin typeface="Arial"/>
                <a:ea typeface="Arial"/>
                <a:cs typeface="Arial"/>
                <a:sym typeface="Arial"/>
              </a:endParaRPr>
            </a:p>
          </p:txBody>
        </p:sp>
      </p:grpSp>
      <p:sp>
        <p:nvSpPr>
          <p:cNvPr id="768" name="Google Shape;768;p47"/>
          <p:cNvSpPr txBox="1"/>
          <p:nvPr/>
        </p:nvSpPr>
        <p:spPr>
          <a:xfrm>
            <a:off x="670560" y="1436170"/>
            <a:ext cx="8595360" cy="1095451"/>
          </a:xfrm>
          <a:prstGeom prst="rect">
            <a:avLst/>
          </a:prstGeom>
          <a:noFill/>
          <a:ln>
            <a:noFill/>
          </a:ln>
        </p:spPr>
        <p:txBody>
          <a:bodyPr anchorCtr="0" anchor="t" bIns="0" lIns="0" spcFirstLastPara="1" rIns="0" wrap="square" tIns="0">
            <a:spAutoFit/>
          </a:bodyPr>
          <a:lstStyle/>
          <a:p>
            <a:pPr indent="-216726" lvl="2" marL="631414" marR="0" rtl="0" algn="l">
              <a:lnSpc>
                <a:spcPct val="119953"/>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while loop</a:t>
            </a:r>
            <a:endParaRPr b="0" i="0" sz="1400" u="none" cap="none" strike="noStrike">
              <a:solidFill>
                <a:srgbClr val="000000"/>
              </a:solidFill>
              <a:latin typeface="Arial"/>
              <a:ea typeface="Arial"/>
              <a:cs typeface="Arial"/>
              <a:sym typeface="Arial"/>
            </a:endParaRPr>
          </a:p>
          <a:p>
            <a:pPr indent="0" lvl="2" marL="631414" marR="0" rtl="0" algn="l">
              <a:lnSpc>
                <a:spcPct val="119953"/>
              </a:lnSpc>
              <a:spcBef>
                <a:spcPts val="0"/>
              </a:spcBef>
              <a:spcAft>
                <a:spcPts val="0"/>
              </a:spcAft>
              <a:buClr>
                <a:schemeClr val="dk1"/>
              </a:buClr>
              <a:buSzPts val="3413"/>
              <a:buFont typeface="Arial"/>
              <a:buNone/>
            </a:pPr>
            <a:r>
              <a:t/>
            </a:r>
            <a:endParaRPr b="0" i="0" sz="3413" u="none" cap="none" strike="noStrike">
              <a:solidFill>
                <a:srgbClr val="000000"/>
              </a:solidFill>
              <a:latin typeface="Calibri"/>
              <a:ea typeface="Calibri"/>
              <a:cs typeface="Calibri"/>
              <a:sym typeface="Calibri"/>
            </a:endParaRPr>
          </a:p>
        </p:txBody>
      </p:sp>
      <p:sp>
        <p:nvSpPr>
          <p:cNvPr id="769" name="Google Shape;769;p47"/>
          <p:cNvSpPr/>
          <p:nvPr/>
        </p:nvSpPr>
        <p:spPr>
          <a:xfrm>
            <a:off x="-196348" y="3697357"/>
            <a:ext cx="5475732" cy="3641407"/>
          </a:xfrm>
          <a:custGeom>
            <a:rect b="b" l="l" r="r" t="t"/>
            <a:pathLst>
              <a:path extrusionOk="0" h="4855210" w="7300976">
                <a:moveTo>
                  <a:pt x="0" y="0"/>
                </a:moveTo>
                <a:lnTo>
                  <a:pt x="7300976" y="0"/>
                </a:lnTo>
                <a:lnTo>
                  <a:pt x="7300976" y="4855210"/>
                </a:lnTo>
                <a:lnTo>
                  <a:pt x="0" y="4855210"/>
                </a:lnTo>
                <a:lnTo>
                  <a:pt x="0" y="0"/>
                </a:lnTo>
                <a:close/>
              </a:path>
            </a:pathLst>
          </a:custGeom>
          <a:blipFill rotWithShape="1">
            <a:blip r:embed="rId5">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0" name="Google Shape;770;p47"/>
          <p:cNvSpPr/>
          <p:nvPr/>
        </p:nvSpPr>
        <p:spPr>
          <a:xfrm rot="10800000">
            <a:off x="4573705" y="-317849"/>
            <a:ext cx="5475732" cy="3641407"/>
          </a:xfrm>
          <a:custGeom>
            <a:rect b="b" l="l" r="r" t="t"/>
            <a:pathLst>
              <a:path extrusionOk="0" h="4855210" w="7300976">
                <a:moveTo>
                  <a:pt x="7300976" y="4855210"/>
                </a:moveTo>
                <a:lnTo>
                  <a:pt x="0" y="4855210"/>
                </a:lnTo>
                <a:lnTo>
                  <a:pt x="0" y="0"/>
                </a:lnTo>
                <a:lnTo>
                  <a:pt x="7300976" y="0"/>
                </a:lnTo>
                <a:lnTo>
                  <a:pt x="7300976" y="4855210"/>
                </a:lnTo>
                <a:close/>
              </a:path>
            </a:pathLst>
          </a:custGeom>
          <a:blipFill rotWithShape="1">
            <a:blip r:embed="rId5">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1" name="Google Shape;771;p47"/>
          <p:cNvSpPr/>
          <p:nvPr/>
        </p:nvSpPr>
        <p:spPr>
          <a:xfrm>
            <a:off x="2476928" y="2216971"/>
            <a:ext cx="4982623" cy="5098229"/>
          </a:xfrm>
          <a:custGeom>
            <a:rect b="b" l="l" r="r" t="t"/>
            <a:pathLst>
              <a:path extrusionOk="0" h="5098229" w="4982623">
                <a:moveTo>
                  <a:pt x="0" y="0"/>
                </a:moveTo>
                <a:lnTo>
                  <a:pt x="4982624" y="0"/>
                </a:lnTo>
                <a:lnTo>
                  <a:pt x="4982624" y="5098229"/>
                </a:lnTo>
                <a:lnTo>
                  <a:pt x="0" y="5098229"/>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48"/>
          <p:cNvSpPr/>
          <p:nvPr/>
        </p:nvSpPr>
        <p:spPr>
          <a:xfrm>
            <a:off x="487680" y="292951"/>
            <a:ext cx="8778240" cy="12192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197" l="0" r="0" t="-9019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781" name="Google Shape;781;p48"/>
          <p:cNvGrpSpPr/>
          <p:nvPr/>
        </p:nvGrpSpPr>
        <p:grpSpPr>
          <a:xfrm>
            <a:off x="487680" y="150075"/>
            <a:ext cx="8778240" cy="1362076"/>
            <a:chOff x="0" y="-95250"/>
            <a:chExt cx="11704320" cy="1816100"/>
          </a:xfrm>
        </p:grpSpPr>
        <p:sp>
          <p:nvSpPr>
            <p:cNvPr id="782" name="Google Shape;782;p48"/>
            <p:cNvSpPr/>
            <p:nvPr/>
          </p:nvSpPr>
          <p:spPr>
            <a:xfrm>
              <a:off x="0" y="0"/>
              <a:ext cx="11704320" cy="1720850"/>
            </a:xfrm>
            <a:custGeom>
              <a:rect b="b" l="l" r="r" t="t"/>
              <a:pathLst>
                <a:path extrusionOk="0" h="1720850" w="11704320">
                  <a:moveTo>
                    <a:pt x="0" y="0"/>
                  </a:moveTo>
                  <a:lnTo>
                    <a:pt x="11704320" y="0"/>
                  </a:lnTo>
                  <a:lnTo>
                    <a:pt x="11704320" y="1720850"/>
                  </a:lnTo>
                  <a:lnTo>
                    <a:pt x="0" y="1720850"/>
                  </a:lnTo>
                  <a:close/>
                </a:path>
              </a:pathLst>
            </a:custGeom>
            <a:blipFill rotWithShape="1">
              <a:blip r:embed="rId4">
                <a:alphaModFix amt="0"/>
              </a:blip>
              <a:stretch>
                <a:fillRect b="-82528" l="0" r="0" t="-8252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3" name="Google Shape;783;p48"/>
            <p:cNvSpPr txBox="1"/>
            <p:nvPr/>
          </p:nvSpPr>
          <p:spPr>
            <a:xfrm>
              <a:off x="0" y="-95250"/>
              <a:ext cx="11704320" cy="181610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Loops</a:t>
              </a:r>
              <a:endParaRPr b="0" i="0" sz="1400" u="none" cap="none" strike="noStrike">
                <a:solidFill>
                  <a:srgbClr val="000000"/>
                </a:solidFill>
                <a:latin typeface="Arial"/>
                <a:ea typeface="Arial"/>
                <a:cs typeface="Arial"/>
                <a:sym typeface="Arial"/>
              </a:endParaRPr>
            </a:p>
          </p:txBody>
        </p:sp>
      </p:grpSp>
      <p:sp>
        <p:nvSpPr>
          <p:cNvPr id="784" name="Google Shape;784;p48"/>
          <p:cNvSpPr txBox="1"/>
          <p:nvPr/>
        </p:nvSpPr>
        <p:spPr>
          <a:xfrm>
            <a:off x="487680" y="1178957"/>
            <a:ext cx="8595360" cy="581101"/>
          </a:xfrm>
          <a:prstGeom prst="rect">
            <a:avLst/>
          </a:prstGeom>
          <a:noFill/>
          <a:ln>
            <a:noFill/>
          </a:ln>
        </p:spPr>
        <p:txBody>
          <a:bodyPr anchorCtr="0" anchor="t" bIns="0" lIns="0" spcFirstLastPara="1" rIns="0" wrap="square" tIns="0">
            <a:spAutoFit/>
          </a:bodyPr>
          <a:lstStyle/>
          <a:p>
            <a:pPr indent="-216726" lvl="2" marL="631414" marR="0" rtl="0" algn="l">
              <a:lnSpc>
                <a:spcPct val="119953"/>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break and continue</a:t>
            </a:r>
            <a:endParaRPr b="0" i="0" sz="1400" u="none" cap="none" strike="noStrike">
              <a:solidFill>
                <a:srgbClr val="000000"/>
              </a:solidFill>
              <a:latin typeface="Arial"/>
              <a:ea typeface="Arial"/>
              <a:cs typeface="Arial"/>
              <a:sym typeface="Arial"/>
            </a:endParaRPr>
          </a:p>
        </p:txBody>
      </p:sp>
      <p:sp>
        <p:nvSpPr>
          <p:cNvPr id="785" name="Google Shape;785;p48"/>
          <p:cNvSpPr/>
          <p:nvPr/>
        </p:nvSpPr>
        <p:spPr>
          <a:xfrm>
            <a:off x="-196348" y="3697357"/>
            <a:ext cx="5475732" cy="3641407"/>
          </a:xfrm>
          <a:custGeom>
            <a:rect b="b" l="l" r="r" t="t"/>
            <a:pathLst>
              <a:path extrusionOk="0" h="4855210" w="7300976">
                <a:moveTo>
                  <a:pt x="0" y="0"/>
                </a:moveTo>
                <a:lnTo>
                  <a:pt x="7300976" y="0"/>
                </a:lnTo>
                <a:lnTo>
                  <a:pt x="7300976" y="4855210"/>
                </a:lnTo>
                <a:lnTo>
                  <a:pt x="0" y="4855210"/>
                </a:lnTo>
                <a:lnTo>
                  <a:pt x="0" y="0"/>
                </a:lnTo>
                <a:close/>
              </a:path>
            </a:pathLst>
          </a:custGeom>
          <a:blipFill rotWithShape="1">
            <a:blip r:embed="rId5">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6" name="Google Shape;786;p48"/>
          <p:cNvSpPr/>
          <p:nvPr/>
        </p:nvSpPr>
        <p:spPr>
          <a:xfrm rot="10800000">
            <a:off x="4573705" y="-317849"/>
            <a:ext cx="5475732" cy="3641407"/>
          </a:xfrm>
          <a:custGeom>
            <a:rect b="b" l="l" r="r" t="t"/>
            <a:pathLst>
              <a:path extrusionOk="0" h="4855210" w="7300976">
                <a:moveTo>
                  <a:pt x="7300976" y="4855210"/>
                </a:moveTo>
                <a:lnTo>
                  <a:pt x="0" y="4855210"/>
                </a:lnTo>
                <a:lnTo>
                  <a:pt x="0" y="0"/>
                </a:lnTo>
                <a:lnTo>
                  <a:pt x="7300976" y="0"/>
                </a:lnTo>
                <a:lnTo>
                  <a:pt x="7300976" y="4855210"/>
                </a:lnTo>
                <a:close/>
              </a:path>
            </a:pathLst>
          </a:custGeom>
          <a:blipFill rotWithShape="1">
            <a:blip r:embed="rId5">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7" name="Google Shape;787;p48"/>
          <p:cNvSpPr/>
          <p:nvPr/>
        </p:nvSpPr>
        <p:spPr>
          <a:xfrm>
            <a:off x="3297360" y="1760058"/>
            <a:ext cx="3690000" cy="5448321"/>
          </a:xfrm>
          <a:custGeom>
            <a:rect b="b" l="l" r="r" t="t"/>
            <a:pathLst>
              <a:path extrusionOk="0" h="5448321" w="3690000">
                <a:moveTo>
                  <a:pt x="0" y="0"/>
                </a:moveTo>
                <a:lnTo>
                  <a:pt x="3689999" y="0"/>
                </a:lnTo>
                <a:lnTo>
                  <a:pt x="3689999" y="5448321"/>
                </a:lnTo>
                <a:lnTo>
                  <a:pt x="0" y="5448321"/>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49"/>
          <p:cNvSpPr/>
          <p:nvPr/>
        </p:nvSpPr>
        <p:spPr>
          <a:xfrm>
            <a:off x="487680" y="292951"/>
            <a:ext cx="8778240" cy="12192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197" l="0" r="0" t="-9019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797" name="Google Shape;797;p49"/>
          <p:cNvGrpSpPr/>
          <p:nvPr/>
        </p:nvGrpSpPr>
        <p:grpSpPr>
          <a:xfrm>
            <a:off x="487680" y="150075"/>
            <a:ext cx="8778240" cy="1362076"/>
            <a:chOff x="0" y="-95250"/>
            <a:chExt cx="11704320" cy="1816100"/>
          </a:xfrm>
        </p:grpSpPr>
        <p:sp>
          <p:nvSpPr>
            <p:cNvPr id="798" name="Google Shape;798;p49"/>
            <p:cNvSpPr/>
            <p:nvPr/>
          </p:nvSpPr>
          <p:spPr>
            <a:xfrm>
              <a:off x="0" y="0"/>
              <a:ext cx="11704320" cy="1720850"/>
            </a:xfrm>
            <a:custGeom>
              <a:rect b="b" l="l" r="r" t="t"/>
              <a:pathLst>
                <a:path extrusionOk="0" h="1720850" w="11704320">
                  <a:moveTo>
                    <a:pt x="0" y="0"/>
                  </a:moveTo>
                  <a:lnTo>
                    <a:pt x="11704320" y="0"/>
                  </a:lnTo>
                  <a:lnTo>
                    <a:pt x="11704320" y="1720850"/>
                  </a:lnTo>
                  <a:lnTo>
                    <a:pt x="0" y="1720850"/>
                  </a:lnTo>
                  <a:close/>
                </a:path>
              </a:pathLst>
            </a:custGeom>
            <a:blipFill rotWithShape="1">
              <a:blip r:embed="rId4">
                <a:alphaModFix amt="0"/>
              </a:blip>
              <a:stretch>
                <a:fillRect b="-82528" l="0" r="0" t="-8252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9" name="Google Shape;799;p49"/>
            <p:cNvSpPr txBox="1"/>
            <p:nvPr/>
          </p:nvSpPr>
          <p:spPr>
            <a:xfrm>
              <a:off x="0" y="-95250"/>
              <a:ext cx="11704320" cy="181610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Loops</a:t>
              </a:r>
              <a:endParaRPr b="0" i="0" sz="1400" u="none" cap="none" strike="noStrike">
                <a:solidFill>
                  <a:srgbClr val="000000"/>
                </a:solidFill>
                <a:latin typeface="Arial"/>
                <a:ea typeface="Arial"/>
                <a:cs typeface="Arial"/>
                <a:sym typeface="Arial"/>
              </a:endParaRPr>
            </a:p>
          </p:txBody>
        </p:sp>
      </p:grpSp>
      <p:sp>
        <p:nvSpPr>
          <p:cNvPr id="800" name="Google Shape;800;p49"/>
          <p:cNvSpPr txBox="1"/>
          <p:nvPr/>
        </p:nvSpPr>
        <p:spPr>
          <a:xfrm>
            <a:off x="487680" y="1178957"/>
            <a:ext cx="8595360" cy="581101"/>
          </a:xfrm>
          <a:prstGeom prst="rect">
            <a:avLst/>
          </a:prstGeom>
          <a:noFill/>
          <a:ln>
            <a:noFill/>
          </a:ln>
        </p:spPr>
        <p:txBody>
          <a:bodyPr anchorCtr="0" anchor="t" bIns="0" lIns="0" spcFirstLastPara="1" rIns="0" wrap="square" tIns="0">
            <a:spAutoFit/>
          </a:bodyPr>
          <a:lstStyle/>
          <a:p>
            <a:pPr indent="-216726" lvl="2" marL="631414" marR="0" rtl="0" algn="l">
              <a:lnSpc>
                <a:spcPct val="119953"/>
              </a:lnSpc>
              <a:spcBef>
                <a:spcPts val="0"/>
              </a:spcBef>
              <a:spcAft>
                <a:spcPts val="0"/>
              </a:spcAft>
              <a:buClr>
                <a:srgbClr val="000000"/>
              </a:buClr>
              <a:buSzPts val="3413"/>
              <a:buFont typeface="Arial"/>
              <a:buChar char="⚬"/>
            </a:pPr>
            <a:r>
              <a:rPr b="0" i="0" lang="en-US" sz="3413" u="none" cap="none" strike="noStrike">
                <a:solidFill>
                  <a:srgbClr val="000000"/>
                </a:solidFill>
                <a:latin typeface="Calibri"/>
                <a:ea typeface="Calibri"/>
                <a:cs typeface="Calibri"/>
                <a:sym typeface="Calibri"/>
              </a:rPr>
              <a:t>break and continue</a:t>
            </a:r>
            <a:endParaRPr b="0" i="0" sz="1400" u="none" cap="none" strike="noStrike">
              <a:solidFill>
                <a:srgbClr val="000000"/>
              </a:solidFill>
              <a:latin typeface="Arial"/>
              <a:ea typeface="Arial"/>
              <a:cs typeface="Arial"/>
              <a:sym typeface="Arial"/>
            </a:endParaRPr>
          </a:p>
        </p:txBody>
      </p:sp>
      <p:sp>
        <p:nvSpPr>
          <p:cNvPr id="801" name="Google Shape;801;p49"/>
          <p:cNvSpPr/>
          <p:nvPr/>
        </p:nvSpPr>
        <p:spPr>
          <a:xfrm>
            <a:off x="-196348" y="3697357"/>
            <a:ext cx="5475732" cy="3641407"/>
          </a:xfrm>
          <a:custGeom>
            <a:rect b="b" l="l" r="r" t="t"/>
            <a:pathLst>
              <a:path extrusionOk="0" h="4855210" w="7300976">
                <a:moveTo>
                  <a:pt x="0" y="0"/>
                </a:moveTo>
                <a:lnTo>
                  <a:pt x="7300976" y="0"/>
                </a:lnTo>
                <a:lnTo>
                  <a:pt x="7300976" y="4855210"/>
                </a:lnTo>
                <a:lnTo>
                  <a:pt x="0" y="4855210"/>
                </a:lnTo>
                <a:lnTo>
                  <a:pt x="0" y="0"/>
                </a:lnTo>
                <a:close/>
              </a:path>
            </a:pathLst>
          </a:custGeom>
          <a:blipFill rotWithShape="1">
            <a:blip r:embed="rId5">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2" name="Google Shape;802;p49"/>
          <p:cNvSpPr/>
          <p:nvPr/>
        </p:nvSpPr>
        <p:spPr>
          <a:xfrm rot="10800000">
            <a:off x="4573705" y="-317849"/>
            <a:ext cx="5475732" cy="3641407"/>
          </a:xfrm>
          <a:custGeom>
            <a:rect b="b" l="l" r="r" t="t"/>
            <a:pathLst>
              <a:path extrusionOk="0" h="4855210" w="7300976">
                <a:moveTo>
                  <a:pt x="7300976" y="4855210"/>
                </a:moveTo>
                <a:lnTo>
                  <a:pt x="0" y="4855210"/>
                </a:lnTo>
                <a:lnTo>
                  <a:pt x="0" y="0"/>
                </a:lnTo>
                <a:lnTo>
                  <a:pt x="7300976" y="0"/>
                </a:lnTo>
                <a:lnTo>
                  <a:pt x="7300976" y="4855210"/>
                </a:lnTo>
                <a:close/>
              </a:path>
            </a:pathLst>
          </a:custGeom>
          <a:blipFill rotWithShape="1">
            <a:blip r:embed="rId5">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3" name="Google Shape;803;p49"/>
          <p:cNvSpPr/>
          <p:nvPr/>
        </p:nvSpPr>
        <p:spPr>
          <a:xfrm>
            <a:off x="2164650" y="1760058"/>
            <a:ext cx="5424300" cy="5183888"/>
          </a:xfrm>
          <a:custGeom>
            <a:rect b="b" l="l" r="r" t="t"/>
            <a:pathLst>
              <a:path extrusionOk="0" h="5183888" w="5424300">
                <a:moveTo>
                  <a:pt x="0" y="0"/>
                </a:moveTo>
                <a:lnTo>
                  <a:pt x="5424300" y="0"/>
                </a:lnTo>
                <a:lnTo>
                  <a:pt x="5424300" y="5183888"/>
                </a:lnTo>
                <a:lnTo>
                  <a:pt x="0" y="5183888"/>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50"/>
          <p:cNvSpPr/>
          <p:nvPr/>
        </p:nvSpPr>
        <p:spPr>
          <a:xfrm>
            <a:off x="487680" y="292951"/>
            <a:ext cx="8778240" cy="1219200"/>
          </a:xfrm>
          <a:custGeom>
            <a:rect b="b" l="l" r="r" t="t"/>
            <a:pathLst>
              <a:path extrusionOk="0" h="1625600" w="11704320">
                <a:moveTo>
                  <a:pt x="0" y="0"/>
                </a:moveTo>
                <a:lnTo>
                  <a:pt x="11704320" y="0"/>
                </a:lnTo>
                <a:lnTo>
                  <a:pt x="11704320" y="1625600"/>
                </a:lnTo>
                <a:lnTo>
                  <a:pt x="0" y="1625600"/>
                </a:lnTo>
                <a:close/>
              </a:path>
            </a:pathLst>
          </a:custGeom>
          <a:blipFill rotWithShape="1">
            <a:blip r:embed="rId3">
              <a:alphaModFix amt="0"/>
            </a:blip>
            <a:stretch>
              <a:fillRect b="-90197" l="0" r="0" t="-9019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813" name="Google Shape;813;p50"/>
          <p:cNvGrpSpPr/>
          <p:nvPr/>
        </p:nvGrpSpPr>
        <p:grpSpPr>
          <a:xfrm>
            <a:off x="487680" y="150075"/>
            <a:ext cx="8778240" cy="1362076"/>
            <a:chOff x="0" y="-95250"/>
            <a:chExt cx="11704320" cy="1816100"/>
          </a:xfrm>
        </p:grpSpPr>
        <p:sp>
          <p:nvSpPr>
            <p:cNvPr id="814" name="Google Shape;814;p50"/>
            <p:cNvSpPr/>
            <p:nvPr/>
          </p:nvSpPr>
          <p:spPr>
            <a:xfrm>
              <a:off x="0" y="0"/>
              <a:ext cx="11704320" cy="1720850"/>
            </a:xfrm>
            <a:custGeom>
              <a:rect b="b" l="l" r="r" t="t"/>
              <a:pathLst>
                <a:path extrusionOk="0" h="1720850" w="11704320">
                  <a:moveTo>
                    <a:pt x="0" y="0"/>
                  </a:moveTo>
                  <a:lnTo>
                    <a:pt x="11704320" y="0"/>
                  </a:lnTo>
                  <a:lnTo>
                    <a:pt x="11704320" y="1720850"/>
                  </a:lnTo>
                  <a:lnTo>
                    <a:pt x="0" y="1720850"/>
                  </a:lnTo>
                  <a:close/>
                </a:path>
              </a:pathLst>
            </a:custGeom>
            <a:blipFill rotWithShape="1">
              <a:blip r:embed="rId4">
                <a:alphaModFix amt="0"/>
              </a:blip>
              <a:stretch>
                <a:fillRect b="-82528" l="0" r="0" t="-8252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5" name="Google Shape;815;p50"/>
            <p:cNvSpPr txBox="1"/>
            <p:nvPr/>
          </p:nvSpPr>
          <p:spPr>
            <a:xfrm>
              <a:off x="0" y="-95250"/>
              <a:ext cx="11704320" cy="1816100"/>
            </a:xfrm>
            <a:prstGeom prst="rect">
              <a:avLst/>
            </a:prstGeom>
            <a:noFill/>
            <a:ln>
              <a:noFill/>
            </a:ln>
          </p:spPr>
          <p:txBody>
            <a:bodyPr anchorCtr="0" anchor="ctr" bIns="0" lIns="0" spcFirstLastPara="1" rIns="0" wrap="square" tIns="0">
              <a:noAutofit/>
            </a:bodyPr>
            <a:lstStyle/>
            <a:p>
              <a:pPr indent="0" lvl="0" marL="0" marR="0" rtl="0" algn="ctr">
                <a:lnSpc>
                  <a:spcPct val="119987"/>
                </a:lnSpc>
                <a:spcBef>
                  <a:spcPts val="0"/>
                </a:spcBef>
                <a:spcAft>
                  <a:spcPts val="0"/>
                </a:spcAft>
                <a:buClr>
                  <a:srgbClr val="000000"/>
                </a:buClr>
                <a:buSzPts val="4693"/>
                <a:buFont typeface="Arial"/>
                <a:buNone/>
              </a:pPr>
              <a:r>
                <a:rPr b="0" i="0" lang="en-US" sz="4693" u="none" cap="none" strike="noStrike">
                  <a:solidFill>
                    <a:srgbClr val="000000"/>
                  </a:solidFill>
                  <a:latin typeface="Calibri"/>
                  <a:ea typeface="Calibri"/>
                  <a:cs typeface="Calibri"/>
                  <a:sym typeface="Calibri"/>
                </a:rPr>
                <a:t>Loops</a:t>
              </a:r>
              <a:endParaRPr b="0" i="0" sz="1400" u="none" cap="none" strike="noStrike">
                <a:solidFill>
                  <a:srgbClr val="000000"/>
                </a:solidFill>
                <a:latin typeface="Arial"/>
                <a:ea typeface="Arial"/>
                <a:cs typeface="Arial"/>
                <a:sym typeface="Arial"/>
              </a:endParaRPr>
            </a:p>
          </p:txBody>
        </p:sp>
      </p:grpSp>
      <p:sp>
        <p:nvSpPr>
          <p:cNvPr id="816" name="Google Shape;816;p50"/>
          <p:cNvSpPr/>
          <p:nvPr/>
        </p:nvSpPr>
        <p:spPr>
          <a:xfrm>
            <a:off x="-196348" y="3697357"/>
            <a:ext cx="5475732" cy="3641407"/>
          </a:xfrm>
          <a:custGeom>
            <a:rect b="b" l="l" r="r" t="t"/>
            <a:pathLst>
              <a:path extrusionOk="0" h="4855210" w="7300976">
                <a:moveTo>
                  <a:pt x="0" y="0"/>
                </a:moveTo>
                <a:lnTo>
                  <a:pt x="7300976" y="0"/>
                </a:lnTo>
                <a:lnTo>
                  <a:pt x="7300976" y="4855210"/>
                </a:lnTo>
                <a:lnTo>
                  <a:pt x="0" y="4855210"/>
                </a:lnTo>
                <a:lnTo>
                  <a:pt x="0" y="0"/>
                </a:lnTo>
                <a:close/>
              </a:path>
            </a:pathLst>
          </a:custGeom>
          <a:blipFill rotWithShape="1">
            <a:blip r:embed="rId5">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7" name="Google Shape;817;p50"/>
          <p:cNvSpPr/>
          <p:nvPr/>
        </p:nvSpPr>
        <p:spPr>
          <a:xfrm rot="10800000">
            <a:off x="4573705" y="-317849"/>
            <a:ext cx="5475732" cy="3641407"/>
          </a:xfrm>
          <a:custGeom>
            <a:rect b="b" l="l" r="r" t="t"/>
            <a:pathLst>
              <a:path extrusionOk="0" h="4855210" w="7300976">
                <a:moveTo>
                  <a:pt x="7300976" y="4855210"/>
                </a:moveTo>
                <a:lnTo>
                  <a:pt x="0" y="4855210"/>
                </a:lnTo>
                <a:lnTo>
                  <a:pt x="0" y="0"/>
                </a:lnTo>
                <a:lnTo>
                  <a:pt x="7300976" y="0"/>
                </a:lnTo>
                <a:lnTo>
                  <a:pt x="7300976" y="4855210"/>
                </a:lnTo>
                <a:close/>
              </a:path>
            </a:pathLst>
          </a:custGeom>
          <a:blipFill rotWithShape="1">
            <a:blip r:embed="rId5">
              <a:alphaModFix/>
            </a:blip>
            <a:stretch>
              <a:fillRect b="-41" l="0" r="0" t="-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8" name="Google Shape;818;p50"/>
          <p:cNvSpPr/>
          <p:nvPr/>
        </p:nvSpPr>
        <p:spPr>
          <a:xfrm>
            <a:off x="1176491" y="2004359"/>
            <a:ext cx="7400618" cy="3385997"/>
          </a:xfrm>
          <a:custGeom>
            <a:rect b="b" l="l" r="r" t="t"/>
            <a:pathLst>
              <a:path extrusionOk="0" h="3385997" w="7400618">
                <a:moveTo>
                  <a:pt x="0" y="0"/>
                </a:moveTo>
                <a:lnTo>
                  <a:pt x="7400618" y="0"/>
                </a:lnTo>
                <a:lnTo>
                  <a:pt x="7400618" y="3385997"/>
                </a:lnTo>
                <a:lnTo>
                  <a:pt x="0" y="3385997"/>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Jennifer Kirsten</dc:creator>
</cp:coreProperties>
</file>